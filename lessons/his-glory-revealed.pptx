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264" r:id="rId3"/>
    <p:sldId id="260" r:id="rId4"/>
    <p:sldId id="265" r:id="rId5"/>
    <p:sldId id="267" r:id="rId6"/>
    <p:sldId id="266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746" autoAdjust="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F416A-214E-404F-AD5A-1BF62BB89116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EE7AB-F124-47AA-85EA-44F84A143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6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scripture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60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75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1C05B-3C71-AB24-1573-97FB33C7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0C7BE-3FE8-EEDC-3E2D-5E1528A78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B2C39-82B6-BE0C-A93A-6A5669A04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Israel’s Spiritual Condition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E0C7C-83E4-7109-20FC-6CD79A9D5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01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3300-0B94-06AD-C166-08D24E0D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3A365-6EB2-89B7-62C6-0A8A03FE9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22623-6966-F420-64C6-3EEDD6C8A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09596-FF9E-5D67-FDBF-349C8D01F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47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BE107-036B-CB7E-7600-CCACB949D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F69F8-7149-AAB9-4E75-2B73F0A39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F1FAE-43A4-80A6-68ED-6E00885C7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Cleansing water - &gt; celebration wine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Ritual purity - &gt; relational joy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 Covenant - &gt; new covenant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Water Object Lesson (Before last animation)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happens when you try to dip something into a full glass?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789D0-DAED-1625-6AEA-DB70CED20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12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E697-46BE-D68B-9EAA-C56A6614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0B773-4E10-E879-641C-6DC67681D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69DEB-3AE7-849E-B345-9EACDF56E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3C8B9-7F1D-447F-5036-3E91E1ED5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3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955A-6C56-DE56-83A0-9FF9B153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170ED-3719-48BF-4DAA-D248D9227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2278A-DA10-ED91-6D74-D13E684CF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97442-DF0D-4AC8-B817-8B67ACA85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33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E7EA-8B70-48BA-EDCA-2FC6DDF82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FB08E-CDBE-AD75-FAF2-3D731B500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170BF-68A0-D635-B756-C001B8C74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759CB-86D3-FADF-8F0B-111B04C07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52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0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8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3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6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9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2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7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6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7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2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5041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35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7134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8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58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9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151B6-AC67-475C-A2E7-57C5D004DB5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6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DBDBF1A-DEDF-4CB1-0605-D0FBB23C7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The First Sign: Turning Water into Wine</a:t>
            </a:r>
          </a:p>
          <a:p>
            <a:r>
              <a:rPr lang="en-US" sz="2800" dirty="0">
                <a:solidFill>
                  <a:schemeClr val="tx1"/>
                </a:solidFill>
              </a:rPr>
              <a:t>Focus: John 2:1-11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1AE860-8A95-9EF0-D894-C2986C4F4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His Glory Revealed</a:t>
            </a:r>
          </a:p>
        </p:txBody>
      </p:sp>
    </p:spTree>
    <p:extLst>
      <p:ext uri="{BB962C8B-B14F-4D97-AF65-F5344CB8AC3E}">
        <p14:creationId xmlns:p14="http://schemas.microsoft.com/office/powerpoint/2010/main" val="3870183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5672-483B-5154-FF20-1AF1B687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C38E-D70F-361E-96FC-50B3AE93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907" y="383357"/>
            <a:ext cx="8596668" cy="701040"/>
          </a:xfrm>
        </p:spPr>
        <p:txBody>
          <a:bodyPr/>
          <a:lstStyle/>
          <a:p>
            <a:r>
              <a:rPr lang="en-US" dirty="0"/>
              <a:t>Something to think about…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4FB4-1F29-D036-A827-AA6376E7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310640"/>
            <a:ext cx="9568207" cy="49377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Every wedding reveals something. What do weddings usually reveal about the couple, their families, and the new life they’re stepping into?</a:t>
            </a:r>
          </a:p>
        </p:txBody>
      </p:sp>
    </p:spTree>
    <p:extLst>
      <p:ext uri="{BB962C8B-B14F-4D97-AF65-F5344CB8AC3E}">
        <p14:creationId xmlns:p14="http://schemas.microsoft.com/office/powerpoint/2010/main" val="20381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E0448-DD48-C8E0-CCF6-78B4D9FB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7D3CD5-1D6D-0389-64A3-4B09A1EEB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4346D-BFDD-E0CE-BBE4-F1464470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Verse By Verse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BDEC82F-92AA-B70B-AB57-15AE3C1CD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E5BA1-FB0D-1062-A40B-31B71652B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975362"/>
            <a:ext cx="11612880" cy="58826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Scene – v. 1-2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dirty="0"/>
              <a:t>The Crisis – v. 3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Response – v. 4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Instruction – v. 5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Jars – v. 6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Filling – v. 7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Transformation – v. 8-9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Statement – v. 10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Sign – v. 11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EB62742-6A67-891B-FB12-6F3CAA576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27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8236-8824-04A6-51B7-91F134F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3923-6D15-3244-A6A0-B21EB5126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The Crisis: Running out of Wine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D8EE1-48A0-E1D9-276B-8717C56D1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074656"/>
            <a:ext cx="9007940" cy="57833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Weddings were week-long, public events; running out was disastrous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Wine meant joy, abundance, blessings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Groom provided everything; running out would ruin him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Imagine planning the biggest celebration of your life and halfway through everything ran out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Jesus doesn’t just save a party; He removes shame, restores honor and brings joy where it has run out.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3638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5EE83-1CE5-5026-4A2F-66B46882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B9F8-72BD-4C4C-B3D6-6411AAA7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Verse By Verse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306BB-6388-C191-B278-D115DCBBD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975362"/>
            <a:ext cx="11612880" cy="58826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strike="sngStrike" dirty="0"/>
              <a:t>The Scene – v. 1-2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strike="sngStrike" dirty="0"/>
              <a:t>The Crisis – v. 3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Response – v. 4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Instruction – v. 5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dirty="0"/>
              <a:t>The Jars – v. 6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dirty="0"/>
              <a:t>The Filling – v. 7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Transformation – v. 8-9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Statement – v. 10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Sign – v. 11</a:t>
            </a:r>
          </a:p>
        </p:txBody>
      </p:sp>
    </p:spTree>
    <p:extLst>
      <p:ext uri="{BB962C8B-B14F-4D97-AF65-F5344CB8AC3E}">
        <p14:creationId xmlns:p14="http://schemas.microsoft.com/office/powerpoint/2010/main" val="249936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49CA-1F30-BF85-43B2-EE586765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09A-B881-3188-454E-9E80F8C7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The Jars and The Filling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D7B62-FDBD-5061-832F-797D5EBE5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074656"/>
            <a:ext cx="9007940" cy="57833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Empty ritual jars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Meant for cleansing under the old covenant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 good system but incomplete; lacking joy.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Jesus fills what is empty.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An act of obedience leads to abundance.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Jesus takes them from running out—empty, to overflowing. </a:t>
            </a:r>
          </a:p>
        </p:txBody>
      </p:sp>
    </p:spTree>
    <p:extLst>
      <p:ext uri="{BB962C8B-B14F-4D97-AF65-F5344CB8AC3E}">
        <p14:creationId xmlns:p14="http://schemas.microsoft.com/office/powerpoint/2010/main" val="61911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C250D-3C11-1E93-1690-E785AD23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57B0-117A-71FE-0765-15E54B13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Verse By Verse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7E6CF-AB6F-1610-976A-38D9B84D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975362"/>
            <a:ext cx="11612880" cy="58826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strike="sngStrike" dirty="0"/>
              <a:t>The Scene – v. 1-2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strike="sngStrike" dirty="0"/>
              <a:t>The Crisis – v. 3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strike="sngStrike" dirty="0"/>
              <a:t>The Response – v. 4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strike="sngStrike" dirty="0"/>
              <a:t>The Instruction – v. 5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strike="sngStrike" dirty="0"/>
              <a:t>The Jars – v. 6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strike="sngStrike" dirty="0"/>
              <a:t>The Filling – v. 7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Transformation – v. 8-9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dirty="0"/>
              <a:t>The Statement – v. 10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Sign – v. 11</a:t>
            </a:r>
          </a:p>
        </p:txBody>
      </p:sp>
    </p:spTree>
    <p:extLst>
      <p:ext uri="{BB962C8B-B14F-4D97-AF65-F5344CB8AC3E}">
        <p14:creationId xmlns:p14="http://schemas.microsoft.com/office/powerpoint/2010/main" val="2562959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310F7-4C84-B9ED-3D5F-26E2F81F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C0A8-BAF5-85BC-0357-D21604B5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The Statement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C6873-6286-E2CE-7686-3DE35C81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074656"/>
            <a:ext cx="9007940" cy="57833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best wine always came first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true meaning: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The old covenant has run its course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The new covenant is better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Jesus brings the “best wine” of God’s grace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The quality and quantity of the wine shows God excellence and abundance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“I tell you something greater than the temple is here.” –Matthew 12:6 CSB</a:t>
            </a:r>
          </a:p>
        </p:txBody>
      </p:sp>
    </p:spTree>
    <p:extLst>
      <p:ext uri="{BB962C8B-B14F-4D97-AF65-F5344CB8AC3E}">
        <p14:creationId xmlns:p14="http://schemas.microsoft.com/office/powerpoint/2010/main" val="58198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5DEA8-332C-9B55-FAA5-512A7D93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9CB6-4B43-EFD0-8CD0-9A2FDCE5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Verse By Verse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AFC4E-A3AA-1D75-6770-7E1EAB7A5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975362"/>
            <a:ext cx="11612880" cy="58826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strike="sngStrike" dirty="0"/>
              <a:t>The Scene – v. 1-2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strike="sngStrike" dirty="0"/>
              <a:t>The Crisis – v. 3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strike="sngStrike" dirty="0"/>
              <a:t>The Response – v. 4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strike="sngStrike" dirty="0"/>
              <a:t>The Instruction – v. 5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strike="sngStrike" dirty="0"/>
              <a:t>The Jars – v. 6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strike="sngStrike" dirty="0"/>
              <a:t>The Filling – v. 7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strike="sngStrike" dirty="0"/>
              <a:t>The Transformation – v. 8-9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strike="sngStrike" dirty="0"/>
              <a:t>The Statement – v. 10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b="1" i="1" dirty="0"/>
              <a:t>The Sign – v. 11</a:t>
            </a:r>
          </a:p>
        </p:txBody>
      </p:sp>
    </p:spTree>
    <p:extLst>
      <p:ext uri="{BB962C8B-B14F-4D97-AF65-F5344CB8AC3E}">
        <p14:creationId xmlns:p14="http://schemas.microsoft.com/office/powerpoint/2010/main" val="69980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25424-EDAA-8BCD-C11A-00642EFF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0187-C99E-5919-3512-6E9CDABD3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907" y="383357"/>
            <a:ext cx="8596668" cy="701040"/>
          </a:xfrm>
        </p:spPr>
        <p:txBody>
          <a:bodyPr/>
          <a:lstStyle/>
          <a:p>
            <a:r>
              <a:rPr lang="en-US" dirty="0"/>
              <a:t>Something to think about…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81139-8854-F1C6-B54E-439074287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310640"/>
            <a:ext cx="9568207" cy="493776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4800" dirty="0"/>
              <a:t>Every wedding reveals something. What do weddings usually reveal about the couple, their families, and the new life they’re stepping into?</a:t>
            </a:r>
          </a:p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If every wedding reveals something about the marriage, what might this wedding in John 2 be revealing about what Jesus is beginning?</a:t>
            </a:r>
          </a:p>
        </p:txBody>
      </p:sp>
    </p:spTree>
    <p:extLst>
      <p:ext uri="{BB962C8B-B14F-4D97-AF65-F5344CB8AC3E}">
        <p14:creationId xmlns:p14="http://schemas.microsoft.com/office/powerpoint/2010/main" val="18342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7653</TotalTime>
  <Words>563</Words>
  <Application>Microsoft Office PowerPoint</Application>
  <PresentationFormat>Widescreen</PresentationFormat>
  <Paragraphs>86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Trebuchet MS</vt:lpstr>
      <vt:lpstr>Wingdings 3</vt:lpstr>
      <vt:lpstr>Facet</vt:lpstr>
      <vt:lpstr>His Glory Revealed</vt:lpstr>
      <vt:lpstr>Something to think about…</vt:lpstr>
      <vt:lpstr>Verse By Verse</vt:lpstr>
      <vt:lpstr>The Crisis: Running out of Wine</vt:lpstr>
      <vt:lpstr>Verse By Verse</vt:lpstr>
      <vt:lpstr>The Jars and The Filling</vt:lpstr>
      <vt:lpstr>Verse By Verse</vt:lpstr>
      <vt:lpstr>The Statement</vt:lpstr>
      <vt:lpstr>Verse By Verse</vt:lpstr>
      <vt:lpstr>Something to think about…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Harrison</dc:creator>
  <cp:lastModifiedBy>James Harrison</cp:lastModifiedBy>
  <cp:revision>19</cp:revision>
  <dcterms:created xsi:type="dcterms:W3CDTF">2026-04-07T00:26:52Z</dcterms:created>
  <dcterms:modified xsi:type="dcterms:W3CDTF">2026-06-07T14:48:10Z</dcterms:modified>
</cp:coreProperties>
</file>