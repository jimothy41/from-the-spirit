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8"/>
  </p:notesMasterIdLst>
  <p:sldIdLst>
    <p:sldId id="256" r:id="rId2"/>
    <p:sldId id="257" r:id="rId3"/>
    <p:sldId id="258" r:id="rId4"/>
    <p:sldId id="259" r:id="rId5"/>
    <p:sldId id="262" r:id="rId6"/>
    <p:sldId id="263"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53"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69B1F5-F38B-4D4E-80B7-8FEB8B2622D4}"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US"/>
        </a:p>
      </dgm:t>
    </dgm:pt>
    <dgm:pt modelId="{492E7B92-4007-4B30-BD02-11806BABFE95}">
      <dgm:prSet/>
      <dgm:spPr/>
      <dgm:t>
        <a:bodyPr/>
        <a:lstStyle/>
        <a:p>
          <a:r>
            <a:rPr lang="en-US" dirty="0"/>
            <a:t>Sour, bitter, foul smelling, inedible and they are </a:t>
          </a:r>
          <a:r>
            <a:rPr lang="en-US" b="1" i="1" u="sng" dirty="0"/>
            <a:t>useless</a:t>
          </a:r>
          <a:r>
            <a:rPr lang="en-US" dirty="0"/>
            <a:t> for making wine</a:t>
          </a:r>
        </a:p>
      </dgm:t>
    </dgm:pt>
    <dgm:pt modelId="{F99602FD-7E6B-46A3-A2F5-5C38862162A3}" type="parTrans" cxnId="{A7E191ED-0742-45E7-ACD0-430D57E09655}">
      <dgm:prSet/>
      <dgm:spPr/>
      <dgm:t>
        <a:bodyPr/>
        <a:lstStyle/>
        <a:p>
          <a:endParaRPr lang="en-US"/>
        </a:p>
      </dgm:t>
    </dgm:pt>
    <dgm:pt modelId="{30E6187C-79F6-428B-958D-A704B6EC07D1}" type="sibTrans" cxnId="{A7E191ED-0742-45E7-ACD0-430D57E09655}">
      <dgm:prSet/>
      <dgm:spPr/>
      <dgm:t>
        <a:bodyPr/>
        <a:lstStyle/>
        <a:p>
          <a:endParaRPr lang="en-US"/>
        </a:p>
      </dgm:t>
    </dgm:pt>
    <dgm:pt modelId="{5F377669-0915-4337-8921-AAD9052862DE}">
      <dgm:prSet/>
      <dgm:spPr/>
      <dgm:t>
        <a:bodyPr/>
        <a:lstStyle/>
        <a:p>
          <a:r>
            <a:rPr lang="en-US"/>
            <a:t>Wild grapes – diseased, corrupted, feral</a:t>
          </a:r>
        </a:p>
      </dgm:t>
    </dgm:pt>
    <dgm:pt modelId="{2AE6EBFD-F2F4-42B2-9285-2B720EF8B57D}" type="parTrans" cxnId="{C512AC46-C5E6-4A7F-B186-1CB42E184EA5}">
      <dgm:prSet/>
      <dgm:spPr/>
      <dgm:t>
        <a:bodyPr/>
        <a:lstStyle/>
        <a:p>
          <a:endParaRPr lang="en-US"/>
        </a:p>
      </dgm:t>
    </dgm:pt>
    <dgm:pt modelId="{CA341C0D-747A-404D-BED1-26494555BF82}" type="sibTrans" cxnId="{C512AC46-C5E6-4A7F-B186-1CB42E184EA5}">
      <dgm:prSet/>
      <dgm:spPr/>
      <dgm:t>
        <a:bodyPr/>
        <a:lstStyle/>
        <a:p>
          <a:endParaRPr lang="en-US"/>
        </a:p>
      </dgm:t>
    </dgm:pt>
    <dgm:pt modelId="{48E73962-3819-4D5B-A7D9-0B7159E14D41}">
      <dgm:prSet/>
      <dgm:spPr/>
      <dgm:t>
        <a:bodyPr/>
        <a:lstStyle/>
        <a:p>
          <a:r>
            <a:rPr lang="en-US" dirty="0"/>
            <a:t>Vineyard is good, the vinedresser is good, the problem is the vine. </a:t>
          </a:r>
        </a:p>
      </dgm:t>
    </dgm:pt>
    <dgm:pt modelId="{9C385D05-4B31-478D-A366-F706F8F8CB97}" type="parTrans" cxnId="{667EEEEA-9A60-4B0F-B786-24B8ED35002A}">
      <dgm:prSet/>
      <dgm:spPr/>
      <dgm:t>
        <a:bodyPr/>
        <a:lstStyle/>
        <a:p>
          <a:endParaRPr lang="en-US"/>
        </a:p>
      </dgm:t>
    </dgm:pt>
    <dgm:pt modelId="{79F5D8F9-ABA7-4DCD-94EA-A879F84DA79D}" type="sibTrans" cxnId="{667EEEEA-9A60-4B0F-B786-24B8ED35002A}">
      <dgm:prSet/>
      <dgm:spPr/>
      <dgm:t>
        <a:bodyPr/>
        <a:lstStyle/>
        <a:p>
          <a:endParaRPr lang="en-US"/>
        </a:p>
      </dgm:t>
    </dgm:pt>
    <dgm:pt modelId="{6F30FD42-EC1C-452A-A256-F8804211328B}">
      <dgm:prSet/>
      <dgm:spPr/>
      <dgm:t>
        <a:bodyPr/>
        <a:lstStyle/>
        <a:p>
          <a:r>
            <a:rPr lang="en-US"/>
            <a:t>Israel fails to produce good grapes. </a:t>
          </a:r>
        </a:p>
      </dgm:t>
    </dgm:pt>
    <dgm:pt modelId="{F021B886-4725-4989-A638-25CBEC472B03}" type="parTrans" cxnId="{57A4F23C-4149-4D24-96E3-983325C878CA}">
      <dgm:prSet/>
      <dgm:spPr/>
      <dgm:t>
        <a:bodyPr/>
        <a:lstStyle/>
        <a:p>
          <a:endParaRPr lang="en-US"/>
        </a:p>
      </dgm:t>
    </dgm:pt>
    <dgm:pt modelId="{C38AD419-2650-4BA0-91B2-D07A7BF566C1}" type="sibTrans" cxnId="{57A4F23C-4149-4D24-96E3-983325C878CA}">
      <dgm:prSet/>
      <dgm:spPr/>
      <dgm:t>
        <a:bodyPr/>
        <a:lstStyle/>
        <a:p>
          <a:endParaRPr lang="en-US"/>
        </a:p>
      </dgm:t>
    </dgm:pt>
    <dgm:pt modelId="{4EDCD8A7-1722-404A-B65D-700BCE8C9650}">
      <dgm:prSet/>
      <dgm:spPr/>
      <dgm:t>
        <a:bodyPr/>
        <a:lstStyle/>
        <a:p>
          <a:r>
            <a:rPr lang="en-US"/>
            <a:t>How does the vineyard of our lives look? What type of fruit do we bare? Are we only pleasing from a distance but rotting underneath?</a:t>
          </a:r>
        </a:p>
      </dgm:t>
    </dgm:pt>
    <dgm:pt modelId="{12DCAA6D-B3FF-4056-90EF-03006C16CD38}" type="parTrans" cxnId="{F03CE2D0-AE4B-4A67-9A01-61B77C98317D}">
      <dgm:prSet/>
      <dgm:spPr/>
      <dgm:t>
        <a:bodyPr/>
        <a:lstStyle/>
        <a:p>
          <a:endParaRPr lang="en-US"/>
        </a:p>
      </dgm:t>
    </dgm:pt>
    <dgm:pt modelId="{A4F28D88-6F30-4F71-B8AB-A93B3ADE7485}" type="sibTrans" cxnId="{F03CE2D0-AE4B-4A67-9A01-61B77C98317D}">
      <dgm:prSet/>
      <dgm:spPr/>
      <dgm:t>
        <a:bodyPr/>
        <a:lstStyle/>
        <a:p>
          <a:endParaRPr lang="en-US"/>
        </a:p>
      </dgm:t>
    </dgm:pt>
    <dgm:pt modelId="{627C88DA-137E-4F45-8E7F-F772EA9B67B8}" type="pres">
      <dgm:prSet presAssocID="{3269B1F5-F38B-4D4E-80B7-8FEB8B2622D4}" presName="linear" presStyleCnt="0">
        <dgm:presLayoutVars>
          <dgm:animLvl val="lvl"/>
          <dgm:resizeHandles val="exact"/>
        </dgm:presLayoutVars>
      </dgm:prSet>
      <dgm:spPr/>
    </dgm:pt>
    <dgm:pt modelId="{388FA9E9-920E-4825-9F43-8F30491AA674}" type="pres">
      <dgm:prSet presAssocID="{492E7B92-4007-4B30-BD02-11806BABFE95}" presName="parentText" presStyleLbl="node1" presStyleIdx="0" presStyleCnt="5" custLinFactY="-79323" custLinFactNeighborX="-2248" custLinFactNeighborY="-100000">
        <dgm:presLayoutVars>
          <dgm:chMax val="0"/>
          <dgm:bulletEnabled val="1"/>
        </dgm:presLayoutVars>
      </dgm:prSet>
      <dgm:spPr/>
    </dgm:pt>
    <dgm:pt modelId="{3BC43437-E526-4BED-BFA7-0F4BF78504D9}" type="pres">
      <dgm:prSet presAssocID="{30E6187C-79F6-428B-958D-A704B6EC07D1}" presName="spacer" presStyleCnt="0"/>
      <dgm:spPr/>
    </dgm:pt>
    <dgm:pt modelId="{AFD20E9A-85F7-43D6-A726-F101B05B93AA}" type="pres">
      <dgm:prSet presAssocID="{5F377669-0915-4337-8921-AAD9052862DE}" presName="parentText" presStyleLbl="node1" presStyleIdx="1" presStyleCnt="5">
        <dgm:presLayoutVars>
          <dgm:chMax val="0"/>
          <dgm:bulletEnabled val="1"/>
        </dgm:presLayoutVars>
      </dgm:prSet>
      <dgm:spPr/>
    </dgm:pt>
    <dgm:pt modelId="{16AA25EE-694D-4B88-8FA4-0CAB884E6613}" type="pres">
      <dgm:prSet presAssocID="{CA341C0D-747A-404D-BED1-26494555BF82}" presName="spacer" presStyleCnt="0"/>
      <dgm:spPr/>
    </dgm:pt>
    <dgm:pt modelId="{EADECE82-BDF3-4BC6-946A-E4CAD0228F07}" type="pres">
      <dgm:prSet presAssocID="{48E73962-3819-4D5B-A7D9-0B7159E14D41}" presName="parentText" presStyleLbl="node1" presStyleIdx="2" presStyleCnt="5">
        <dgm:presLayoutVars>
          <dgm:chMax val="0"/>
          <dgm:bulletEnabled val="1"/>
        </dgm:presLayoutVars>
      </dgm:prSet>
      <dgm:spPr/>
    </dgm:pt>
    <dgm:pt modelId="{0EE916C4-E94A-4737-8C86-7B68FCA467F4}" type="pres">
      <dgm:prSet presAssocID="{79F5D8F9-ABA7-4DCD-94EA-A879F84DA79D}" presName="spacer" presStyleCnt="0"/>
      <dgm:spPr/>
    </dgm:pt>
    <dgm:pt modelId="{C158864F-4F52-4CD2-AAEA-D50E7B60F237}" type="pres">
      <dgm:prSet presAssocID="{6F30FD42-EC1C-452A-A256-F8804211328B}" presName="parentText" presStyleLbl="node1" presStyleIdx="3" presStyleCnt="5">
        <dgm:presLayoutVars>
          <dgm:chMax val="0"/>
          <dgm:bulletEnabled val="1"/>
        </dgm:presLayoutVars>
      </dgm:prSet>
      <dgm:spPr/>
    </dgm:pt>
    <dgm:pt modelId="{8336B2B4-9CFF-42AF-A851-AFBC135DEF4B}" type="pres">
      <dgm:prSet presAssocID="{C38AD419-2650-4BA0-91B2-D07A7BF566C1}" presName="spacer" presStyleCnt="0"/>
      <dgm:spPr/>
    </dgm:pt>
    <dgm:pt modelId="{3F6BD222-E688-4D50-A18E-6713E3CC2BDF}" type="pres">
      <dgm:prSet presAssocID="{4EDCD8A7-1722-404A-B65D-700BCE8C9650}" presName="parentText" presStyleLbl="node1" presStyleIdx="4" presStyleCnt="5">
        <dgm:presLayoutVars>
          <dgm:chMax val="0"/>
          <dgm:bulletEnabled val="1"/>
        </dgm:presLayoutVars>
      </dgm:prSet>
      <dgm:spPr/>
    </dgm:pt>
  </dgm:ptLst>
  <dgm:cxnLst>
    <dgm:cxn modelId="{8461B135-E0F0-4E8D-870F-6DEC773B529D}" type="presOf" srcId="{4EDCD8A7-1722-404A-B65D-700BCE8C9650}" destId="{3F6BD222-E688-4D50-A18E-6713E3CC2BDF}" srcOrd="0" destOrd="0" presId="urn:microsoft.com/office/officeart/2005/8/layout/vList2"/>
    <dgm:cxn modelId="{57A4F23C-4149-4D24-96E3-983325C878CA}" srcId="{3269B1F5-F38B-4D4E-80B7-8FEB8B2622D4}" destId="{6F30FD42-EC1C-452A-A256-F8804211328B}" srcOrd="3" destOrd="0" parTransId="{F021B886-4725-4989-A638-25CBEC472B03}" sibTransId="{C38AD419-2650-4BA0-91B2-D07A7BF566C1}"/>
    <dgm:cxn modelId="{C512AC46-C5E6-4A7F-B186-1CB42E184EA5}" srcId="{3269B1F5-F38B-4D4E-80B7-8FEB8B2622D4}" destId="{5F377669-0915-4337-8921-AAD9052862DE}" srcOrd="1" destOrd="0" parTransId="{2AE6EBFD-F2F4-42B2-9285-2B720EF8B57D}" sibTransId="{CA341C0D-747A-404D-BED1-26494555BF82}"/>
    <dgm:cxn modelId="{08217D54-E4D3-4394-8253-E52FFA1EDE5F}" type="presOf" srcId="{6F30FD42-EC1C-452A-A256-F8804211328B}" destId="{C158864F-4F52-4CD2-AAEA-D50E7B60F237}" srcOrd="0" destOrd="0" presId="urn:microsoft.com/office/officeart/2005/8/layout/vList2"/>
    <dgm:cxn modelId="{5D232E55-1ACC-4203-89C8-8340E90D0E4B}" type="presOf" srcId="{48E73962-3819-4D5B-A7D9-0B7159E14D41}" destId="{EADECE82-BDF3-4BC6-946A-E4CAD0228F07}" srcOrd="0" destOrd="0" presId="urn:microsoft.com/office/officeart/2005/8/layout/vList2"/>
    <dgm:cxn modelId="{5970BDB7-9B42-43B4-8FE0-0A3853D97DA3}" type="presOf" srcId="{3269B1F5-F38B-4D4E-80B7-8FEB8B2622D4}" destId="{627C88DA-137E-4F45-8E7F-F772EA9B67B8}" srcOrd="0" destOrd="0" presId="urn:microsoft.com/office/officeart/2005/8/layout/vList2"/>
    <dgm:cxn modelId="{9E6CDBC5-4361-4DF3-9E37-91C67B2B58DF}" type="presOf" srcId="{492E7B92-4007-4B30-BD02-11806BABFE95}" destId="{388FA9E9-920E-4825-9F43-8F30491AA674}" srcOrd="0" destOrd="0" presId="urn:microsoft.com/office/officeart/2005/8/layout/vList2"/>
    <dgm:cxn modelId="{73FC35C7-2196-499F-8EA9-C96A9A172DD4}" type="presOf" srcId="{5F377669-0915-4337-8921-AAD9052862DE}" destId="{AFD20E9A-85F7-43D6-A726-F101B05B93AA}" srcOrd="0" destOrd="0" presId="urn:microsoft.com/office/officeart/2005/8/layout/vList2"/>
    <dgm:cxn modelId="{F03CE2D0-AE4B-4A67-9A01-61B77C98317D}" srcId="{3269B1F5-F38B-4D4E-80B7-8FEB8B2622D4}" destId="{4EDCD8A7-1722-404A-B65D-700BCE8C9650}" srcOrd="4" destOrd="0" parTransId="{12DCAA6D-B3FF-4056-90EF-03006C16CD38}" sibTransId="{A4F28D88-6F30-4F71-B8AB-A93B3ADE7485}"/>
    <dgm:cxn modelId="{667EEEEA-9A60-4B0F-B786-24B8ED35002A}" srcId="{3269B1F5-F38B-4D4E-80B7-8FEB8B2622D4}" destId="{48E73962-3819-4D5B-A7D9-0B7159E14D41}" srcOrd="2" destOrd="0" parTransId="{9C385D05-4B31-478D-A366-F706F8F8CB97}" sibTransId="{79F5D8F9-ABA7-4DCD-94EA-A879F84DA79D}"/>
    <dgm:cxn modelId="{A7E191ED-0742-45E7-ACD0-430D57E09655}" srcId="{3269B1F5-F38B-4D4E-80B7-8FEB8B2622D4}" destId="{492E7B92-4007-4B30-BD02-11806BABFE95}" srcOrd="0" destOrd="0" parTransId="{F99602FD-7E6B-46A3-A2F5-5C38862162A3}" sibTransId="{30E6187C-79F6-428B-958D-A704B6EC07D1}"/>
    <dgm:cxn modelId="{3F2A4ECF-D4E3-4849-8E1D-4C6413475003}" type="presParOf" srcId="{627C88DA-137E-4F45-8E7F-F772EA9B67B8}" destId="{388FA9E9-920E-4825-9F43-8F30491AA674}" srcOrd="0" destOrd="0" presId="urn:microsoft.com/office/officeart/2005/8/layout/vList2"/>
    <dgm:cxn modelId="{B56E9D56-8908-4790-850D-96237185462F}" type="presParOf" srcId="{627C88DA-137E-4F45-8E7F-F772EA9B67B8}" destId="{3BC43437-E526-4BED-BFA7-0F4BF78504D9}" srcOrd="1" destOrd="0" presId="urn:microsoft.com/office/officeart/2005/8/layout/vList2"/>
    <dgm:cxn modelId="{3A78B61E-BBA8-418E-97C0-A7CB8FC0E756}" type="presParOf" srcId="{627C88DA-137E-4F45-8E7F-F772EA9B67B8}" destId="{AFD20E9A-85F7-43D6-A726-F101B05B93AA}" srcOrd="2" destOrd="0" presId="urn:microsoft.com/office/officeart/2005/8/layout/vList2"/>
    <dgm:cxn modelId="{B34A4323-F05B-42BC-B2DF-32A1729FB75F}" type="presParOf" srcId="{627C88DA-137E-4F45-8E7F-F772EA9B67B8}" destId="{16AA25EE-694D-4B88-8FA4-0CAB884E6613}" srcOrd="3" destOrd="0" presId="urn:microsoft.com/office/officeart/2005/8/layout/vList2"/>
    <dgm:cxn modelId="{296E2492-F8FB-4996-B5A7-47291122672F}" type="presParOf" srcId="{627C88DA-137E-4F45-8E7F-F772EA9B67B8}" destId="{EADECE82-BDF3-4BC6-946A-E4CAD0228F07}" srcOrd="4" destOrd="0" presId="urn:microsoft.com/office/officeart/2005/8/layout/vList2"/>
    <dgm:cxn modelId="{38177216-6870-4441-B2E6-06D2F7725433}" type="presParOf" srcId="{627C88DA-137E-4F45-8E7F-F772EA9B67B8}" destId="{0EE916C4-E94A-4737-8C86-7B68FCA467F4}" srcOrd="5" destOrd="0" presId="urn:microsoft.com/office/officeart/2005/8/layout/vList2"/>
    <dgm:cxn modelId="{34B8C6AD-9236-418C-A40C-3D3547870AF0}" type="presParOf" srcId="{627C88DA-137E-4F45-8E7F-F772EA9B67B8}" destId="{C158864F-4F52-4CD2-AAEA-D50E7B60F237}" srcOrd="6" destOrd="0" presId="urn:microsoft.com/office/officeart/2005/8/layout/vList2"/>
    <dgm:cxn modelId="{075C0EC7-55B5-4F27-A163-2AD02F851CD5}" type="presParOf" srcId="{627C88DA-137E-4F45-8E7F-F772EA9B67B8}" destId="{8336B2B4-9CFF-42AF-A851-AFBC135DEF4B}" srcOrd="7" destOrd="0" presId="urn:microsoft.com/office/officeart/2005/8/layout/vList2"/>
    <dgm:cxn modelId="{50ED9F2D-C6AE-45BC-8225-E29E353958A9}" type="presParOf" srcId="{627C88DA-137E-4F45-8E7F-F772EA9B67B8}" destId="{3F6BD222-E688-4D50-A18E-6713E3CC2BD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0C9FED-865A-420A-A84C-DC986176678D}"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8BCAF7D9-E59D-43EB-9646-77A296EF9068}">
      <dgm:prSet/>
      <dgm:spPr/>
      <dgm:t>
        <a:bodyPr/>
        <a:lstStyle/>
        <a:p>
          <a:r>
            <a:rPr lang="en-US" dirty="0"/>
            <a:t>Courtroom and accusation</a:t>
          </a:r>
        </a:p>
      </dgm:t>
    </dgm:pt>
    <dgm:pt modelId="{87462188-138B-4571-ABF6-2ABAAEA6A402}" type="parTrans" cxnId="{21042DE5-67EC-4D89-BFF6-61E46087F737}">
      <dgm:prSet/>
      <dgm:spPr/>
      <dgm:t>
        <a:bodyPr/>
        <a:lstStyle/>
        <a:p>
          <a:endParaRPr lang="en-US"/>
        </a:p>
      </dgm:t>
    </dgm:pt>
    <dgm:pt modelId="{0924AE42-89A5-4FE0-8EE9-A8D220129044}" type="sibTrans" cxnId="{21042DE5-67EC-4D89-BFF6-61E46087F737}">
      <dgm:prSet/>
      <dgm:spPr/>
      <dgm:t>
        <a:bodyPr/>
        <a:lstStyle/>
        <a:p>
          <a:endParaRPr lang="en-US"/>
        </a:p>
      </dgm:t>
    </dgm:pt>
    <dgm:pt modelId="{D9B179D5-D64C-4A92-831F-81F222D73304}">
      <dgm:prSet/>
      <dgm:spPr/>
      <dgm:t>
        <a:bodyPr/>
        <a:lstStyle/>
        <a:p>
          <a:r>
            <a:rPr lang="en-US"/>
            <a:t>Filth removed and reclothed</a:t>
          </a:r>
        </a:p>
      </dgm:t>
    </dgm:pt>
    <dgm:pt modelId="{39D0F9B9-0710-4A6D-A102-DBAB0B70C8D2}" type="parTrans" cxnId="{7443C7A4-C2CA-4454-8CE1-228D38D81EFE}">
      <dgm:prSet/>
      <dgm:spPr/>
      <dgm:t>
        <a:bodyPr/>
        <a:lstStyle/>
        <a:p>
          <a:endParaRPr lang="en-US"/>
        </a:p>
      </dgm:t>
    </dgm:pt>
    <dgm:pt modelId="{5AF6B872-8D50-4132-BDAE-BA123CA93ECE}" type="sibTrans" cxnId="{7443C7A4-C2CA-4454-8CE1-228D38D81EFE}">
      <dgm:prSet/>
      <dgm:spPr/>
      <dgm:t>
        <a:bodyPr/>
        <a:lstStyle/>
        <a:p>
          <a:endParaRPr lang="en-US"/>
        </a:p>
      </dgm:t>
    </dgm:pt>
    <dgm:pt modelId="{91D64AA2-6E0B-4E83-B47F-6291D67A0C68}">
      <dgm:prSet/>
      <dgm:spPr/>
      <dgm:t>
        <a:bodyPr/>
        <a:lstStyle/>
        <a:p>
          <a:r>
            <a:rPr lang="en-US"/>
            <a:t>The Atoning Branch</a:t>
          </a:r>
        </a:p>
      </dgm:t>
    </dgm:pt>
    <dgm:pt modelId="{5C0CFF72-2207-4BEA-9EFE-AC3D3E24C477}" type="parTrans" cxnId="{4C3CBD3C-C113-4AF4-9BD6-477305B8815A}">
      <dgm:prSet/>
      <dgm:spPr/>
      <dgm:t>
        <a:bodyPr/>
        <a:lstStyle/>
        <a:p>
          <a:endParaRPr lang="en-US"/>
        </a:p>
      </dgm:t>
    </dgm:pt>
    <dgm:pt modelId="{A446F19A-1709-4947-8BE1-296CA30431DE}" type="sibTrans" cxnId="{4C3CBD3C-C113-4AF4-9BD6-477305B8815A}">
      <dgm:prSet/>
      <dgm:spPr/>
      <dgm:t>
        <a:bodyPr/>
        <a:lstStyle/>
        <a:p>
          <a:endParaRPr lang="en-US"/>
        </a:p>
      </dgm:t>
    </dgm:pt>
    <dgm:pt modelId="{645DD879-6981-46B2-B38D-BF427F817418}">
      <dgm:prSet/>
      <dgm:spPr/>
      <dgm:t>
        <a:bodyPr/>
        <a:lstStyle/>
        <a:p>
          <a:r>
            <a:rPr lang="en-US" dirty="0"/>
            <a:t>A New Vine (Ml 3:11), New Fruit (1 Kgs 4:25)</a:t>
          </a:r>
        </a:p>
      </dgm:t>
    </dgm:pt>
    <dgm:pt modelId="{B8A4BF3D-32A0-420A-8285-741F8E56DBE4}" type="parTrans" cxnId="{9F5BCCF7-98D2-44EF-959C-3CBB0926CFF3}">
      <dgm:prSet/>
      <dgm:spPr/>
      <dgm:t>
        <a:bodyPr/>
        <a:lstStyle/>
        <a:p>
          <a:endParaRPr lang="en-US"/>
        </a:p>
      </dgm:t>
    </dgm:pt>
    <dgm:pt modelId="{F8C0396E-9A1E-413C-9C2D-6C42298B98B6}" type="sibTrans" cxnId="{9F5BCCF7-98D2-44EF-959C-3CBB0926CFF3}">
      <dgm:prSet/>
      <dgm:spPr/>
      <dgm:t>
        <a:bodyPr/>
        <a:lstStyle/>
        <a:p>
          <a:endParaRPr lang="en-US"/>
        </a:p>
      </dgm:t>
    </dgm:pt>
    <dgm:pt modelId="{4354656F-8165-4D4B-BE12-9DCBC073C618}">
      <dgm:prSet/>
      <dgm:spPr/>
      <dgm:t>
        <a:bodyPr/>
        <a:lstStyle/>
        <a:p>
          <a:r>
            <a:rPr lang="en-US" dirty="0"/>
            <a:t>How does the Branch’s cleansing of iniquity prepare God’s people to bear fruit again?</a:t>
          </a:r>
        </a:p>
      </dgm:t>
    </dgm:pt>
    <dgm:pt modelId="{773F4B00-C12A-487B-A6D6-D60696FCE992}" type="parTrans" cxnId="{3546317B-1155-4A8C-9683-A451D4D068BE}">
      <dgm:prSet/>
      <dgm:spPr/>
      <dgm:t>
        <a:bodyPr/>
        <a:lstStyle/>
        <a:p>
          <a:endParaRPr lang="en-US"/>
        </a:p>
      </dgm:t>
    </dgm:pt>
    <dgm:pt modelId="{35BC0265-1CCE-49F0-9226-354C1147FD37}" type="sibTrans" cxnId="{3546317B-1155-4A8C-9683-A451D4D068BE}">
      <dgm:prSet/>
      <dgm:spPr/>
      <dgm:t>
        <a:bodyPr/>
        <a:lstStyle/>
        <a:p>
          <a:endParaRPr lang="en-US"/>
        </a:p>
      </dgm:t>
    </dgm:pt>
    <dgm:pt modelId="{2F7A2812-69F3-4C16-B754-1E04720532ED}" type="pres">
      <dgm:prSet presAssocID="{040C9FED-865A-420A-A84C-DC986176678D}" presName="linear" presStyleCnt="0">
        <dgm:presLayoutVars>
          <dgm:animLvl val="lvl"/>
          <dgm:resizeHandles val="exact"/>
        </dgm:presLayoutVars>
      </dgm:prSet>
      <dgm:spPr/>
    </dgm:pt>
    <dgm:pt modelId="{31466226-E404-4F00-9461-E484F3AC0D54}" type="pres">
      <dgm:prSet presAssocID="{8BCAF7D9-E59D-43EB-9646-77A296EF9068}" presName="parentText" presStyleLbl="node1" presStyleIdx="0" presStyleCnt="5">
        <dgm:presLayoutVars>
          <dgm:chMax val="0"/>
          <dgm:bulletEnabled val="1"/>
        </dgm:presLayoutVars>
      </dgm:prSet>
      <dgm:spPr/>
    </dgm:pt>
    <dgm:pt modelId="{91D32F6D-1BEA-4427-A44F-033FDCED1ACF}" type="pres">
      <dgm:prSet presAssocID="{0924AE42-89A5-4FE0-8EE9-A8D220129044}" presName="spacer" presStyleCnt="0"/>
      <dgm:spPr/>
    </dgm:pt>
    <dgm:pt modelId="{009A4F8C-636D-4464-AE9C-BCCA6347F2C8}" type="pres">
      <dgm:prSet presAssocID="{D9B179D5-D64C-4A92-831F-81F222D73304}" presName="parentText" presStyleLbl="node1" presStyleIdx="1" presStyleCnt="5">
        <dgm:presLayoutVars>
          <dgm:chMax val="0"/>
          <dgm:bulletEnabled val="1"/>
        </dgm:presLayoutVars>
      </dgm:prSet>
      <dgm:spPr/>
    </dgm:pt>
    <dgm:pt modelId="{C8308FB5-3750-47A0-AB65-0C0E95FCBAFE}" type="pres">
      <dgm:prSet presAssocID="{5AF6B872-8D50-4132-BDAE-BA123CA93ECE}" presName="spacer" presStyleCnt="0"/>
      <dgm:spPr/>
    </dgm:pt>
    <dgm:pt modelId="{0735C2D7-5782-435C-845B-C7BC124042FB}" type="pres">
      <dgm:prSet presAssocID="{91D64AA2-6E0B-4E83-B47F-6291D67A0C68}" presName="parentText" presStyleLbl="node1" presStyleIdx="2" presStyleCnt="5">
        <dgm:presLayoutVars>
          <dgm:chMax val="0"/>
          <dgm:bulletEnabled val="1"/>
        </dgm:presLayoutVars>
      </dgm:prSet>
      <dgm:spPr/>
    </dgm:pt>
    <dgm:pt modelId="{6B9AD1A5-2183-46C1-9512-2766E176BB93}" type="pres">
      <dgm:prSet presAssocID="{A446F19A-1709-4947-8BE1-296CA30431DE}" presName="spacer" presStyleCnt="0"/>
      <dgm:spPr/>
    </dgm:pt>
    <dgm:pt modelId="{4B13429E-BA79-425B-91D6-21B481740C04}" type="pres">
      <dgm:prSet presAssocID="{645DD879-6981-46B2-B38D-BF427F817418}" presName="parentText" presStyleLbl="node1" presStyleIdx="3" presStyleCnt="5">
        <dgm:presLayoutVars>
          <dgm:chMax val="0"/>
          <dgm:bulletEnabled val="1"/>
        </dgm:presLayoutVars>
      </dgm:prSet>
      <dgm:spPr/>
    </dgm:pt>
    <dgm:pt modelId="{57DA7DE4-9A31-4459-B8E1-6116DDE80923}" type="pres">
      <dgm:prSet presAssocID="{F8C0396E-9A1E-413C-9C2D-6C42298B98B6}" presName="spacer" presStyleCnt="0"/>
      <dgm:spPr/>
    </dgm:pt>
    <dgm:pt modelId="{B2B2CF77-3FE4-44E9-8416-DC3787AC346C}" type="pres">
      <dgm:prSet presAssocID="{4354656F-8165-4D4B-BE12-9DCBC073C618}" presName="parentText" presStyleLbl="node1" presStyleIdx="4" presStyleCnt="5">
        <dgm:presLayoutVars>
          <dgm:chMax val="0"/>
          <dgm:bulletEnabled val="1"/>
        </dgm:presLayoutVars>
      </dgm:prSet>
      <dgm:spPr/>
    </dgm:pt>
  </dgm:ptLst>
  <dgm:cxnLst>
    <dgm:cxn modelId="{6DC4440F-DD90-483D-9D97-7116BB195B53}" type="presOf" srcId="{040C9FED-865A-420A-A84C-DC986176678D}" destId="{2F7A2812-69F3-4C16-B754-1E04720532ED}" srcOrd="0" destOrd="0" presId="urn:microsoft.com/office/officeart/2005/8/layout/vList2"/>
    <dgm:cxn modelId="{835F1B19-9081-4E0F-BA91-96B72CDC8C2F}" type="presOf" srcId="{D9B179D5-D64C-4A92-831F-81F222D73304}" destId="{009A4F8C-636D-4464-AE9C-BCCA6347F2C8}" srcOrd="0" destOrd="0" presId="urn:microsoft.com/office/officeart/2005/8/layout/vList2"/>
    <dgm:cxn modelId="{3BF32021-70EF-4AE8-8DC7-54B9BAD757B4}" type="presOf" srcId="{645DD879-6981-46B2-B38D-BF427F817418}" destId="{4B13429E-BA79-425B-91D6-21B481740C04}" srcOrd="0" destOrd="0" presId="urn:microsoft.com/office/officeart/2005/8/layout/vList2"/>
    <dgm:cxn modelId="{D47B9F2A-B43D-4A8B-963B-D936DCE6B911}" type="presOf" srcId="{91D64AA2-6E0B-4E83-B47F-6291D67A0C68}" destId="{0735C2D7-5782-435C-845B-C7BC124042FB}" srcOrd="0" destOrd="0" presId="urn:microsoft.com/office/officeart/2005/8/layout/vList2"/>
    <dgm:cxn modelId="{4C3CBD3C-C113-4AF4-9BD6-477305B8815A}" srcId="{040C9FED-865A-420A-A84C-DC986176678D}" destId="{91D64AA2-6E0B-4E83-B47F-6291D67A0C68}" srcOrd="2" destOrd="0" parTransId="{5C0CFF72-2207-4BEA-9EFE-AC3D3E24C477}" sibTransId="{A446F19A-1709-4947-8BE1-296CA30431DE}"/>
    <dgm:cxn modelId="{3546317B-1155-4A8C-9683-A451D4D068BE}" srcId="{040C9FED-865A-420A-A84C-DC986176678D}" destId="{4354656F-8165-4D4B-BE12-9DCBC073C618}" srcOrd="4" destOrd="0" parTransId="{773F4B00-C12A-487B-A6D6-D60696FCE992}" sibTransId="{35BC0265-1CCE-49F0-9226-354C1147FD37}"/>
    <dgm:cxn modelId="{E5B4B17D-9A9C-4145-BF51-26A28AB594CF}" type="presOf" srcId="{8BCAF7D9-E59D-43EB-9646-77A296EF9068}" destId="{31466226-E404-4F00-9461-E484F3AC0D54}" srcOrd="0" destOrd="0" presId="urn:microsoft.com/office/officeart/2005/8/layout/vList2"/>
    <dgm:cxn modelId="{7443C7A4-C2CA-4454-8CE1-228D38D81EFE}" srcId="{040C9FED-865A-420A-A84C-DC986176678D}" destId="{D9B179D5-D64C-4A92-831F-81F222D73304}" srcOrd="1" destOrd="0" parTransId="{39D0F9B9-0710-4A6D-A102-DBAB0B70C8D2}" sibTransId="{5AF6B872-8D50-4132-BDAE-BA123CA93ECE}"/>
    <dgm:cxn modelId="{A0DCA1BF-944D-49DD-85DE-42A1CF527FA5}" type="presOf" srcId="{4354656F-8165-4D4B-BE12-9DCBC073C618}" destId="{B2B2CF77-3FE4-44E9-8416-DC3787AC346C}" srcOrd="0" destOrd="0" presId="urn:microsoft.com/office/officeart/2005/8/layout/vList2"/>
    <dgm:cxn modelId="{21042DE5-67EC-4D89-BFF6-61E46087F737}" srcId="{040C9FED-865A-420A-A84C-DC986176678D}" destId="{8BCAF7D9-E59D-43EB-9646-77A296EF9068}" srcOrd="0" destOrd="0" parTransId="{87462188-138B-4571-ABF6-2ABAAEA6A402}" sibTransId="{0924AE42-89A5-4FE0-8EE9-A8D220129044}"/>
    <dgm:cxn modelId="{9F5BCCF7-98D2-44EF-959C-3CBB0926CFF3}" srcId="{040C9FED-865A-420A-A84C-DC986176678D}" destId="{645DD879-6981-46B2-B38D-BF427F817418}" srcOrd="3" destOrd="0" parTransId="{B8A4BF3D-32A0-420A-8285-741F8E56DBE4}" sibTransId="{F8C0396E-9A1E-413C-9C2D-6C42298B98B6}"/>
    <dgm:cxn modelId="{BFFA5B5D-6237-4BF5-951D-0691E3C96C31}" type="presParOf" srcId="{2F7A2812-69F3-4C16-B754-1E04720532ED}" destId="{31466226-E404-4F00-9461-E484F3AC0D54}" srcOrd="0" destOrd="0" presId="urn:microsoft.com/office/officeart/2005/8/layout/vList2"/>
    <dgm:cxn modelId="{80A88DE1-0D52-4971-AC62-13C6CC07F44C}" type="presParOf" srcId="{2F7A2812-69F3-4C16-B754-1E04720532ED}" destId="{91D32F6D-1BEA-4427-A44F-033FDCED1ACF}" srcOrd="1" destOrd="0" presId="urn:microsoft.com/office/officeart/2005/8/layout/vList2"/>
    <dgm:cxn modelId="{083351D1-C546-4EC9-B535-BE61EB8AE99E}" type="presParOf" srcId="{2F7A2812-69F3-4C16-B754-1E04720532ED}" destId="{009A4F8C-636D-4464-AE9C-BCCA6347F2C8}" srcOrd="2" destOrd="0" presId="urn:microsoft.com/office/officeart/2005/8/layout/vList2"/>
    <dgm:cxn modelId="{08EB0D77-5AE7-476C-BB8B-CCB2D2FB8EF5}" type="presParOf" srcId="{2F7A2812-69F3-4C16-B754-1E04720532ED}" destId="{C8308FB5-3750-47A0-AB65-0C0E95FCBAFE}" srcOrd="3" destOrd="0" presId="urn:microsoft.com/office/officeart/2005/8/layout/vList2"/>
    <dgm:cxn modelId="{E6A1503E-7FCE-4F24-98FF-37368B948354}" type="presParOf" srcId="{2F7A2812-69F3-4C16-B754-1E04720532ED}" destId="{0735C2D7-5782-435C-845B-C7BC124042FB}" srcOrd="4" destOrd="0" presId="urn:microsoft.com/office/officeart/2005/8/layout/vList2"/>
    <dgm:cxn modelId="{0EE43907-32DA-43C9-AD1E-7AA541F16F32}" type="presParOf" srcId="{2F7A2812-69F3-4C16-B754-1E04720532ED}" destId="{6B9AD1A5-2183-46C1-9512-2766E176BB93}" srcOrd="5" destOrd="0" presId="urn:microsoft.com/office/officeart/2005/8/layout/vList2"/>
    <dgm:cxn modelId="{92696B35-F2FE-49DA-B170-1FAD8F171CEF}" type="presParOf" srcId="{2F7A2812-69F3-4C16-B754-1E04720532ED}" destId="{4B13429E-BA79-425B-91D6-21B481740C04}" srcOrd="6" destOrd="0" presId="urn:microsoft.com/office/officeart/2005/8/layout/vList2"/>
    <dgm:cxn modelId="{72F6EDD8-32A8-4D01-B7A0-C2ED5D6B02A7}" type="presParOf" srcId="{2F7A2812-69F3-4C16-B754-1E04720532ED}" destId="{57DA7DE4-9A31-4459-B8E1-6116DDE80923}" srcOrd="7" destOrd="0" presId="urn:microsoft.com/office/officeart/2005/8/layout/vList2"/>
    <dgm:cxn modelId="{F9AA9A14-0586-4815-9C65-E2DF329EC585}" type="presParOf" srcId="{2F7A2812-69F3-4C16-B754-1E04720532ED}" destId="{B2B2CF77-3FE4-44E9-8416-DC3787AC346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3D3A08-96AE-49F8-BBC4-260CAC33449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631969F-93D2-4122-B168-CD92A3E76E85}">
      <dgm:prSet/>
      <dgm:spPr/>
      <dgm:t>
        <a:bodyPr/>
        <a:lstStyle/>
        <a:p>
          <a:r>
            <a:rPr lang="en-US"/>
            <a:t>A change in the vine, not the vinedresser</a:t>
          </a:r>
        </a:p>
      </dgm:t>
    </dgm:pt>
    <dgm:pt modelId="{BAEDDF32-D5D0-403D-BFF3-D20192907484}" type="parTrans" cxnId="{35CC432C-B260-479A-A2BC-7F0DD3A34F7A}">
      <dgm:prSet/>
      <dgm:spPr/>
      <dgm:t>
        <a:bodyPr/>
        <a:lstStyle/>
        <a:p>
          <a:endParaRPr lang="en-US"/>
        </a:p>
      </dgm:t>
    </dgm:pt>
    <dgm:pt modelId="{6F4B517C-E0B2-4942-93B7-EA0BC1D858E9}" type="sibTrans" cxnId="{35CC432C-B260-479A-A2BC-7F0DD3A34F7A}">
      <dgm:prSet/>
      <dgm:spPr/>
      <dgm:t>
        <a:bodyPr/>
        <a:lstStyle/>
        <a:p>
          <a:endParaRPr lang="en-US"/>
        </a:p>
      </dgm:t>
    </dgm:pt>
    <dgm:pt modelId="{79DC7DA2-619D-4168-BC2C-372C657F14D2}">
      <dgm:prSet/>
      <dgm:spPr/>
      <dgm:t>
        <a:bodyPr/>
        <a:lstStyle/>
        <a:p>
          <a:r>
            <a:rPr lang="en-US"/>
            <a:t>Fruit bearing branches are cultivated</a:t>
          </a:r>
        </a:p>
      </dgm:t>
    </dgm:pt>
    <dgm:pt modelId="{0BA6346E-4EF3-47B0-B0E6-8A35BC8856EC}" type="parTrans" cxnId="{3A2D4302-AF80-425C-8D00-9622701385A5}">
      <dgm:prSet/>
      <dgm:spPr/>
      <dgm:t>
        <a:bodyPr/>
        <a:lstStyle/>
        <a:p>
          <a:endParaRPr lang="en-US"/>
        </a:p>
      </dgm:t>
    </dgm:pt>
    <dgm:pt modelId="{A1AC641E-0B3A-4517-A747-2D50CA0C5FEF}" type="sibTrans" cxnId="{3A2D4302-AF80-425C-8D00-9622701385A5}">
      <dgm:prSet/>
      <dgm:spPr/>
      <dgm:t>
        <a:bodyPr/>
        <a:lstStyle/>
        <a:p>
          <a:endParaRPr lang="en-US"/>
        </a:p>
      </dgm:t>
    </dgm:pt>
    <dgm:pt modelId="{318A3C64-4C80-46F7-89AF-F7BEBF0E40C5}">
      <dgm:prSet/>
      <dgm:spPr/>
      <dgm:t>
        <a:bodyPr/>
        <a:lstStyle/>
        <a:p>
          <a:r>
            <a:rPr lang="en-US"/>
            <a:t>What does it mean to abide?</a:t>
          </a:r>
        </a:p>
      </dgm:t>
    </dgm:pt>
    <dgm:pt modelId="{8954BD96-0A87-4992-849B-86A7885CF913}" type="parTrans" cxnId="{6901B806-8A4B-4A8E-808F-255BE099B9FF}">
      <dgm:prSet/>
      <dgm:spPr/>
      <dgm:t>
        <a:bodyPr/>
        <a:lstStyle/>
        <a:p>
          <a:endParaRPr lang="en-US"/>
        </a:p>
      </dgm:t>
    </dgm:pt>
    <dgm:pt modelId="{15218DDF-1FDC-4872-9124-E35A619A0584}" type="sibTrans" cxnId="{6901B806-8A4B-4A8E-808F-255BE099B9FF}">
      <dgm:prSet/>
      <dgm:spPr/>
      <dgm:t>
        <a:bodyPr/>
        <a:lstStyle/>
        <a:p>
          <a:endParaRPr lang="en-US"/>
        </a:p>
      </dgm:t>
    </dgm:pt>
    <dgm:pt modelId="{8B7995FC-EAB5-4BAB-A051-957F815FFCDE}">
      <dgm:prSet/>
      <dgm:spPr/>
      <dgm:t>
        <a:bodyPr/>
        <a:lstStyle/>
        <a:p>
          <a:r>
            <a:rPr lang="en-US"/>
            <a:t>Apart from Jesus we can do nothing</a:t>
          </a:r>
        </a:p>
      </dgm:t>
    </dgm:pt>
    <dgm:pt modelId="{D3791F4D-DAF9-4F19-92FB-57F75E7965B7}" type="parTrans" cxnId="{347AE6DB-E819-45F9-8C08-91F840E59EDA}">
      <dgm:prSet/>
      <dgm:spPr/>
      <dgm:t>
        <a:bodyPr/>
        <a:lstStyle/>
        <a:p>
          <a:endParaRPr lang="en-US"/>
        </a:p>
      </dgm:t>
    </dgm:pt>
    <dgm:pt modelId="{F17FD7CB-061A-4B55-9B85-08E34974FD2D}" type="sibTrans" cxnId="{347AE6DB-E819-45F9-8C08-91F840E59EDA}">
      <dgm:prSet/>
      <dgm:spPr/>
      <dgm:t>
        <a:bodyPr/>
        <a:lstStyle/>
        <a:p>
          <a:endParaRPr lang="en-US"/>
        </a:p>
      </dgm:t>
    </dgm:pt>
    <dgm:pt modelId="{18AC829D-59FA-4300-9852-5F44DDD79DC2}">
      <dgm:prSet/>
      <dgm:spPr/>
      <dgm:t>
        <a:bodyPr/>
        <a:lstStyle/>
        <a:p>
          <a:r>
            <a:rPr lang="en-US"/>
            <a:t>Fruit is the visible evidence of Christ in us</a:t>
          </a:r>
        </a:p>
      </dgm:t>
    </dgm:pt>
    <dgm:pt modelId="{425B2799-3654-4339-B9EB-8857602BE544}" type="parTrans" cxnId="{5E16A1B2-E59A-4EE2-A16A-8055E568CE9D}">
      <dgm:prSet/>
      <dgm:spPr/>
      <dgm:t>
        <a:bodyPr/>
        <a:lstStyle/>
        <a:p>
          <a:endParaRPr lang="en-US"/>
        </a:p>
      </dgm:t>
    </dgm:pt>
    <dgm:pt modelId="{A7F0A029-989B-484F-95BE-3A84D05ACEDB}" type="sibTrans" cxnId="{5E16A1B2-E59A-4EE2-A16A-8055E568CE9D}">
      <dgm:prSet/>
      <dgm:spPr/>
      <dgm:t>
        <a:bodyPr/>
        <a:lstStyle/>
        <a:p>
          <a:endParaRPr lang="en-US"/>
        </a:p>
      </dgm:t>
    </dgm:pt>
    <dgm:pt modelId="{1CAAE668-453F-438B-8116-D830C3D07EAB}" type="pres">
      <dgm:prSet presAssocID="{B93D3A08-96AE-49F8-BBC4-260CAC33449D}" presName="linear" presStyleCnt="0">
        <dgm:presLayoutVars>
          <dgm:animLvl val="lvl"/>
          <dgm:resizeHandles val="exact"/>
        </dgm:presLayoutVars>
      </dgm:prSet>
      <dgm:spPr/>
    </dgm:pt>
    <dgm:pt modelId="{EC6AE02B-C9EF-46FE-9482-A1F49BF09876}" type="pres">
      <dgm:prSet presAssocID="{9631969F-93D2-4122-B168-CD92A3E76E85}" presName="parentText" presStyleLbl="node1" presStyleIdx="0" presStyleCnt="5">
        <dgm:presLayoutVars>
          <dgm:chMax val="0"/>
          <dgm:bulletEnabled val="1"/>
        </dgm:presLayoutVars>
      </dgm:prSet>
      <dgm:spPr/>
    </dgm:pt>
    <dgm:pt modelId="{1C442F1A-D4CD-425D-9455-142C566795B7}" type="pres">
      <dgm:prSet presAssocID="{6F4B517C-E0B2-4942-93B7-EA0BC1D858E9}" presName="spacer" presStyleCnt="0"/>
      <dgm:spPr/>
    </dgm:pt>
    <dgm:pt modelId="{C209B4A4-BBAC-4712-9E29-B28670E384CF}" type="pres">
      <dgm:prSet presAssocID="{79DC7DA2-619D-4168-BC2C-372C657F14D2}" presName="parentText" presStyleLbl="node1" presStyleIdx="1" presStyleCnt="5">
        <dgm:presLayoutVars>
          <dgm:chMax val="0"/>
          <dgm:bulletEnabled val="1"/>
        </dgm:presLayoutVars>
      </dgm:prSet>
      <dgm:spPr/>
    </dgm:pt>
    <dgm:pt modelId="{1B11CBA8-214A-4C5A-A509-5E296186ED69}" type="pres">
      <dgm:prSet presAssocID="{A1AC641E-0B3A-4517-A747-2D50CA0C5FEF}" presName="spacer" presStyleCnt="0"/>
      <dgm:spPr/>
    </dgm:pt>
    <dgm:pt modelId="{BFD583FF-6A1B-4B95-95C5-CF284115EE6C}" type="pres">
      <dgm:prSet presAssocID="{318A3C64-4C80-46F7-89AF-F7BEBF0E40C5}" presName="parentText" presStyleLbl="node1" presStyleIdx="2" presStyleCnt="5">
        <dgm:presLayoutVars>
          <dgm:chMax val="0"/>
          <dgm:bulletEnabled val="1"/>
        </dgm:presLayoutVars>
      </dgm:prSet>
      <dgm:spPr/>
    </dgm:pt>
    <dgm:pt modelId="{24572313-D1BD-4B83-ABA8-A73B963558AD}" type="pres">
      <dgm:prSet presAssocID="{15218DDF-1FDC-4872-9124-E35A619A0584}" presName="spacer" presStyleCnt="0"/>
      <dgm:spPr/>
    </dgm:pt>
    <dgm:pt modelId="{812E7874-B325-4F66-BAF3-97C672EC2584}" type="pres">
      <dgm:prSet presAssocID="{8B7995FC-EAB5-4BAB-A051-957F815FFCDE}" presName="parentText" presStyleLbl="node1" presStyleIdx="3" presStyleCnt="5">
        <dgm:presLayoutVars>
          <dgm:chMax val="0"/>
          <dgm:bulletEnabled val="1"/>
        </dgm:presLayoutVars>
      </dgm:prSet>
      <dgm:spPr/>
    </dgm:pt>
    <dgm:pt modelId="{53684FAC-9502-4B37-9BB7-E9A007D33BB5}" type="pres">
      <dgm:prSet presAssocID="{F17FD7CB-061A-4B55-9B85-08E34974FD2D}" presName="spacer" presStyleCnt="0"/>
      <dgm:spPr/>
    </dgm:pt>
    <dgm:pt modelId="{203972E9-0D3B-4F05-9A1D-C58A66B86C43}" type="pres">
      <dgm:prSet presAssocID="{18AC829D-59FA-4300-9852-5F44DDD79DC2}" presName="parentText" presStyleLbl="node1" presStyleIdx="4" presStyleCnt="5">
        <dgm:presLayoutVars>
          <dgm:chMax val="0"/>
          <dgm:bulletEnabled val="1"/>
        </dgm:presLayoutVars>
      </dgm:prSet>
      <dgm:spPr/>
    </dgm:pt>
  </dgm:ptLst>
  <dgm:cxnLst>
    <dgm:cxn modelId="{3A2D4302-AF80-425C-8D00-9622701385A5}" srcId="{B93D3A08-96AE-49F8-BBC4-260CAC33449D}" destId="{79DC7DA2-619D-4168-BC2C-372C657F14D2}" srcOrd="1" destOrd="0" parTransId="{0BA6346E-4EF3-47B0-B0E6-8A35BC8856EC}" sibTransId="{A1AC641E-0B3A-4517-A747-2D50CA0C5FEF}"/>
    <dgm:cxn modelId="{6901B806-8A4B-4A8E-808F-255BE099B9FF}" srcId="{B93D3A08-96AE-49F8-BBC4-260CAC33449D}" destId="{318A3C64-4C80-46F7-89AF-F7BEBF0E40C5}" srcOrd="2" destOrd="0" parTransId="{8954BD96-0A87-4992-849B-86A7885CF913}" sibTransId="{15218DDF-1FDC-4872-9124-E35A619A0584}"/>
    <dgm:cxn modelId="{35CC432C-B260-479A-A2BC-7F0DD3A34F7A}" srcId="{B93D3A08-96AE-49F8-BBC4-260CAC33449D}" destId="{9631969F-93D2-4122-B168-CD92A3E76E85}" srcOrd="0" destOrd="0" parTransId="{BAEDDF32-D5D0-403D-BFF3-D20192907484}" sibTransId="{6F4B517C-E0B2-4942-93B7-EA0BC1D858E9}"/>
    <dgm:cxn modelId="{5B70458E-400B-459C-9A10-94257271EA7F}" type="presOf" srcId="{9631969F-93D2-4122-B168-CD92A3E76E85}" destId="{EC6AE02B-C9EF-46FE-9482-A1F49BF09876}" srcOrd="0" destOrd="0" presId="urn:microsoft.com/office/officeart/2005/8/layout/vList2"/>
    <dgm:cxn modelId="{3A870FA3-DFED-4AEE-B520-25A01776C482}" type="presOf" srcId="{318A3C64-4C80-46F7-89AF-F7BEBF0E40C5}" destId="{BFD583FF-6A1B-4B95-95C5-CF284115EE6C}" srcOrd="0" destOrd="0" presId="urn:microsoft.com/office/officeart/2005/8/layout/vList2"/>
    <dgm:cxn modelId="{F07589A7-762F-44EE-9E76-F4800823872D}" type="presOf" srcId="{B93D3A08-96AE-49F8-BBC4-260CAC33449D}" destId="{1CAAE668-453F-438B-8116-D830C3D07EAB}" srcOrd="0" destOrd="0" presId="urn:microsoft.com/office/officeart/2005/8/layout/vList2"/>
    <dgm:cxn modelId="{5E16A1B2-E59A-4EE2-A16A-8055E568CE9D}" srcId="{B93D3A08-96AE-49F8-BBC4-260CAC33449D}" destId="{18AC829D-59FA-4300-9852-5F44DDD79DC2}" srcOrd="4" destOrd="0" parTransId="{425B2799-3654-4339-B9EB-8857602BE544}" sibTransId="{A7F0A029-989B-484F-95BE-3A84D05ACEDB}"/>
    <dgm:cxn modelId="{5B6FF0BC-FA26-4FA0-8831-5202D17FFDEA}" type="presOf" srcId="{8B7995FC-EAB5-4BAB-A051-957F815FFCDE}" destId="{812E7874-B325-4F66-BAF3-97C672EC2584}" srcOrd="0" destOrd="0" presId="urn:microsoft.com/office/officeart/2005/8/layout/vList2"/>
    <dgm:cxn modelId="{D96EC5C3-AAFB-4CDC-8D85-E2F3034BFED0}" type="presOf" srcId="{18AC829D-59FA-4300-9852-5F44DDD79DC2}" destId="{203972E9-0D3B-4F05-9A1D-C58A66B86C43}" srcOrd="0" destOrd="0" presId="urn:microsoft.com/office/officeart/2005/8/layout/vList2"/>
    <dgm:cxn modelId="{3E3C8FD2-829C-4D79-A882-B8DA61E76B09}" type="presOf" srcId="{79DC7DA2-619D-4168-BC2C-372C657F14D2}" destId="{C209B4A4-BBAC-4712-9E29-B28670E384CF}" srcOrd="0" destOrd="0" presId="urn:microsoft.com/office/officeart/2005/8/layout/vList2"/>
    <dgm:cxn modelId="{347AE6DB-E819-45F9-8C08-91F840E59EDA}" srcId="{B93D3A08-96AE-49F8-BBC4-260CAC33449D}" destId="{8B7995FC-EAB5-4BAB-A051-957F815FFCDE}" srcOrd="3" destOrd="0" parTransId="{D3791F4D-DAF9-4F19-92FB-57F75E7965B7}" sibTransId="{F17FD7CB-061A-4B55-9B85-08E34974FD2D}"/>
    <dgm:cxn modelId="{B9049523-7CFC-4591-B81C-BBC30B490337}" type="presParOf" srcId="{1CAAE668-453F-438B-8116-D830C3D07EAB}" destId="{EC6AE02B-C9EF-46FE-9482-A1F49BF09876}" srcOrd="0" destOrd="0" presId="urn:microsoft.com/office/officeart/2005/8/layout/vList2"/>
    <dgm:cxn modelId="{009EB160-8A0A-448C-AACD-E82BC839961C}" type="presParOf" srcId="{1CAAE668-453F-438B-8116-D830C3D07EAB}" destId="{1C442F1A-D4CD-425D-9455-142C566795B7}" srcOrd="1" destOrd="0" presId="urn:microsoft.com/office/officeart/2005/8/layout/vList2"/>
    <dgm:cxn modelId="{09928C22-6422-4728-807E-5ACA964FC9DE}" type="presParOf" srcId="{1CAAE668-453F-438B-8116-D830C3D07EAB}" destId="{C209B4A4-BBAC-4712-9E29-B28670E384CF}" srcOrd="2" destOrd="0" presId="urn:microsoft.com/office/officeart/2005/8/layout/vList2"/>
    <dgm:cxn modelId="{910047CC-C042-4A60-8A8C-DA2B4160B750}" type="presParOf" srcId="{1CAAE668-453F-438B-8116-D830C3D07EAB}" destId="{1B11CBA8-214A-4C5A-A509-5E296186ED69}" srcOrd="3" destOrd="0" presId="urn:microsoft.com/office/officeart/2005/8/layout/vList2"/>
    <dgm:cxn modelId="{1FD948CB-52E5-4FEA-872B-CE13CBAF15FF}" type="presParOf" srcId="{1CAAE668-453F-438B-8116-D830C3D07EAB}" destId="{BFD583FF-6A1B-4B95-95C5-CF284115EE6C}" srcOrd="4" destOrd="0" presId="urn:microsoft.com/office/officeart/2005/8/layout/vList2"/>
    <dgm:cxn modelId="{2F5EA390-D84A-4C13-B255-2A28900F3938}" type="presParOf" srcId="{1CAAE668-453F-438B-8116-D830C3D07EAB}" destId="{24572313-D1BD-4B83-ABA8-A73B963558AD}" srcOrd="5" destOrd="0" presId="urn:microsoft.com/office/officeart/2005/8/layout/vList2"/>
    <dgm:cxn modelId="{3ABFFEE3-ECD6-44B7-B2C7-F6E3A6F47C19}" type="presParOf" srcId="{1CAAE668-453F-438B-8116-D830C3D07EAB}" destId="{812E7874-B325-4F66-BAF3-97C672EC2584}" srcOrd="6" destOrd="0" presId="urn:microsoft.com/office/officeart/2005/8/layout/vList2"/>
    <dgm:cxn modelId="{D99862E4-C248-4811-8BC2-74C36600F211}" type="presParOf" srcId="{1CAAE668-453F-438B-8116-D830C3D07EAB}" destId="{53684FAC-9502-4B37-9BB7-E9A007D33BB5}" srcOrd="7" destOrd="0" presId="urn:microsoft.com/office/officeart/2005/8/layout/vList2"/>
    <dgm:cxn modelId="{A36C965E-4AEE-43C5-9639-8264F73749D1}" type="presParOf" srcId="{1CAAE668-453F-438B-8116-D830C3D07EAB}" destId="{203972E9-0D3B-4F05-9A1D-C58A66B86C4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FA9E9-920E-4825-9F43-8F30491AA674}">
      <dsp:nvSpPr>
        <dsp:cNvPr id="0" name=""/>
        <dsp:cNvSpPr/>
      </dsp:nvSpPr>
      <dsp:spPr>
        <a:xfrm>
          <a:off x="0" y="0"/>
          <a:ext cx="8003290" cy="1167952"/>
        </a:xfrm>
        <a:prstGeom prst="roundRect">
          <a:avLst/>
        </a:prstGeom>
        <a:gradFill rotWithShape="0">
          <a:gsLst>
            <a:gs pos="0">
              <a:schemeClr val="accent2">
                <a:hueOff val="0"/>
                <a:satOff val="0"/>
                <a:lumOff val="0"/>
                <a:alphaOff val="0"/>
                <a:tint val="65000"/>
                <a:lumMod val="110000"/>
              </a:schemeClr>
            </a:gs>
            <a:gs pos="88000">
              <a:schemeClr val="accent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Sour, bitter, foul smelling, inedible and they are </a:t>
          </a:r>
          <a:r>
            <a:rPr lang="en-US" sz="2200" b="1" i="1" u="sng" kern="1200" dirty="0"/>
            <a:t>useless</a:t>
          </a:r>
          <a:r>
            <a:rPr lang="en-US" sz="2200" kern="1200" dirty="0"/>
            <a:t> for making wine</a:t>
          </a:r>
        </a:p>
      </dsp:txBody>
      <dsp:txXfrm>
        <a:off x="57015" y="57015"/>
        <a:ext cx="7889260" cy="1053922"/>
      </dsp:txXfrm>
    </dsp:sp>
    <dsp:sp modelId="{AFD20E9A-85F7-43D6-A726-F101B05B93AA}">
      <dsp:nvSpPr>
        <dsp:cNvPr id="0" name=""/>
        <dsp:cNvSpPr/>
      </dsp:nvSpPr>
      <dsp:spPr>
        <a:xfrm>
          <a:off x="0" y="1267692"/>
          <a:ext cx="8003290" cy="1167952"/>
        </a:xfrm>
        <a:prstGeom prst="roundRect">
          <a:avLst/>
        </a:prstGeom>
        <a:gradFill rotWithShape="0">
          <a:gsLst>
            <a:gs pos="0">
              <a:schemeClr val="accent2">
                <a:hueOff val="-678113"/>
                <a:satOff val="-414"/>
                <a:lumOff val="1618"/>
                <a:alphaOff val="0"/>
                <a:tint val="65000"/>
                <a:lumMod val="110000"/>
              </a:schemeClr>
            </a:gs>
            <a:gs pos="88000">
              <a:schemeClr val="accent2">
                <a:hueOff val="-678113"/>
                <a:satOff val="-414"/>
                <a:lumOff val="1618"/>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Wild grapes – diseased, corrupted, feral</a:t>
          </a:r>
        </a:p>
      </dsp:txBody>
      <dsp:txXfrm>
        <a:off x="57015" y="1324707"/>
        <a:ext cx="7889260" cy="1053922"/>
      </dsp:txXfrm>
    </dsp:sp>
    <dsp:sp modelId="{EADECE82-BDF3-4BC6-946A-E4CAD0228F07}">
      <dsp:nvSpPr>
        <dsp:cNvPr id="0" name=""/>
        <dsp:cNvSpPr/>
      </dsp:nvSpPr>
      <dsp:spPr>
        <a:xfrm>
          <a:off x="0" y="2499004"/>
          <a:ext cx="8003290" cy="1167952"/>
        </a:xfrm>
        <a:prstGeom prst="roundRect">
          <a:avLst/>
        </a:prstGeom>
        <a:gradFill rotWithShape="0">
          <a:gsLst>
            <a:gs pos="0">
              <a:schemeClr val="accent2">
                <a:hueOff val="-1356225"/>
                <a:satOff val="-828"/>
                <a:lumOff val="3235"/>
                <a:alphaOff val="0"/>
                <a:tint val="65000"/>
                <a:lumMod val="110000"/>
              </a:schemeClr>
            </a:gs>
            <a:gs pos="88000">
              <a:schemeClr val="accent2">
                <a:hueOff val="-1356225"/>
                <a:satOff val="-828"/>
                <a:lumOff val="3235"/>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Vineyard is good, the vinedresser is good, the problem is the vine. </a:t>
          </a:r>
        </a:p>
      </dsp:txBody>
      <dsp:txXfrm>
        <a:off x="57015" y="2556019"/>
        <a:ext cx="7889260" cy="1053922"/>
      </dsp:txXfrm>
    </dsp:sp>
    <dsp:sp modelId="{C158864F-4F52-4CD2-AAEA-D50E7B60F237}">
      <dsp:nvSpPr>
        <dsp:cNvPr id="0" name=""/>
        <dsp:cNvSpPr/>
      </dsp:nvSpPr>
      <dsp:spPr>
        <a:xfrm>
          <a:off x="0" y="3730317"/>
          <a:ext cx="8003290" cy="1167952"/>
        </a:xfrm>
        <a:prstGeom prst="roundRect">
          <a:avLst/>
        </a:prstGeom>
        <a:gradFill rotWithShape="0">
          <a:gsLst>
            <a:gs pos="0">
              <a:schemeClr val="accent2">
                <a:hueOff val="-2034338"/>
                <a:satOff val="-1242"/>
                <a:lumOff val="4853"/>
                <a:alphaOff val="0"/>
                <a:tint val="65000"/>
                <a:lumMod val="110000"/>
              </a:schemeClr>
            </a:gs>
            <a:gs pos="88000">
              <a:schemeClr val="accent2">
                <a:hueOff val="-2034338"/>
                <a:satOff val="-1242"/>
                <a:lumOff val="4853"/>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Israel fails to produce good grapes. </a:t>
          </a:r>
        </a:p>
      </dsp:txBody>
      <dsp:txXfrm>
        <a:off x="57015" y="3787332"/>
        <a:ext cx="7889260" cy="1053922"/>
      </dsp:txXfrm>
    </dsp:sp>
    <dsp:sp modelId="{3F6BD222-E688-4D50-A18E-6713E3CC2BDF}">
      <dsp:nvSpPr>
        <dsp:cNvPr id="0" name=""/>
        <dsp:cNvSpPr/>
      </dsp:nvSpPr>
      <dsp:spPr>
        <a:xfrm>
          <a:off x="0" y="4961629"/>
          <a:ext cx="8003290" cy="1167952"/>
        </a:xfrm>
        <a:prstGeom prst="roundRect">
          <a:avLst/>
        </a:prstGeom>
        <a:gradFill rotWithShape="0">
          <a:gsLst>
            <a:gs pos="0">
              <a:schemeClr val="accent2">
                <a:hueOff val="-2712450"/>
                <a:satOff val="-1656"/>
                <a:lumOff val="6471"/>
                <a:alphaOff val="0"/>
                <a:tint val="65000"/>
                <a:lumMod val="110000"/>
              </a:schemeClr>
            </a:gs>
            <a:gs pos="88000">
              <a:schemeClr val="accent2">
                <a:hueOff val="-2712450"/>
                <a:satOff val="-1656"/>
                <a:lumOff val="6471"/>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How does the vineyard of our lives look? What type of fruit do we bare? Are we only pleasing from a distance but rotting underneath?</a:t>
          </a:r>
        </a:p>
      </dsp:txBody>
      <dsp:txXfrm>
        <a:off x="57015" y="5018644"/>
        <a:ext cx="7889260" cy="10539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66226-E404-4F00-9461-E484F3AC0D54}">
      <dsp:nvSpPr>
        <dsp:cNvPr id="0" name=""/>
        <dsp:cNvSpPr/>
      </dsp:nvSpPr>
      <dsp:spPr>
        <a:xfrm>
          <a:off x="0" y="155404"/>
          <a:ext cx="7982377" cy="114075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Courtroom and accusation</a:t>
          </a:r>
        </a:p>
      </dsp:txBody>
      <dsp:txXfrm>
        <a:off x="55687" y="211091"/>
        <a:ext cx="7871003" cy="1029376"/>
      </dsp:txXfrm>
    </dsp:sp>
    <dsp:sp modelId="{009A4F8C-636D-4464-AE9C-BCCA6347F2C8}">
      <dsp:nvSpPr>
        <dsp:cNvPr id="0" name=""/>
        <dsp:cNvSpPr/>
      </dsp:nvSpPr>
      <dsp:spPr>
        <a:xfrm>
          <a:off x="0" y="1382554"/>
          <a:ext cx="7982377" cy="1140750"/>
        </a:xfrm>
        <a:prstGeom prst="roundRect">
          <a:avLst/>
        </a:prstGeom>
        <a:gradFill rotWithShape="0">
          <a:gsLst>
            <a:gs pos="0">
              <a:schemeClr val="accent2">
                <a:hueOff val="-678113"/>
                <a:satOff val="-414"/>
                <a:lumOff val="1618"/>
                <a:alphaOff val="0"/>
                <a:tint val="96000"/>
                <a:lumMod val="100000"/>
              </a:schemeClr>
            </a:gs>
            <a:gs pos="78000">
              <a:schemeClr val="accent2">
                <a:hueOff val="-678113"/>
                <a:satOff val="-414"/>
                <a:lumOff val="161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Filth removed and reclothed</a:t>
          </a:r>
        </a:p>
      </dsp:txBody>
      <dsp:txXfrm>
        <a:off x="55687" y="1438241"/>
        <a:ext cx="7871003" cy="1029376"/>
      </dsp:txXfrm>
    </dsp:sp>
    <dsp:sp modelId="{0735C2D7-5782-435C-845B-C7BC124042FB}">
      <dsp:nvSpPr>
        <dsp:cNvPr id="0" name=""/>
        <dsp:cNvSpPr/>
      </dsp:nvSpPr>
      <dsp:spPr>
        <a:xfrm>
          <a:off x="0" y="2609705"/>
          <a:ext cx="7982377" cy="1140750"/>
        </a:xfrm>
        <a:prstGeom prst="roundRect">
          <a:avLst/>
        </a:prstGeom>
        <a:gradFill rotWithShape="0">
          <a:gsLst>
            <a:gs pos="0">
              <a:schemeClr val="accent2">
                <a:hueOff val="-1356225"/>
                <a:satOff val="-828"/>
                <a:lumOff val="3235"/>
                <a:alphaOff val="0"/>
                <a:tint val="96000"/>
                <a:lumMod val="100000"/>
              </a:schemeClr>
            </a:gs>
            <a:gs pos="78000">
              <a:schemeClr val="accent2">
                <a:hueOff val="-1356225"/>
                <a:satOff val="-828"/>
                <a:lumOff val="32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The Atoning Branch</a:t>
          </a:r>
        </a:p>
      </dsp:txBody>
      <dsp:txXfrm>
        <a:off x="55687" y="2665392"/>
        <a:ext cx="7871003" cy="1029376"/>
      </dsp:txXfrm>
    </dsp:sp>
    <dsp:sp modelId="{4B13429E-BA79-425B-91D6-21B481740C04}">
      <dsp:nvSpPr>
        <dsp:cNvPr id="0" name=""/>
        <dsp:cNvSpPr/>
      </dsp:nvSpPr>
      <dsp:spPr>
        <a:xfrm>
          <a:off x="0" y="3836855"/>
          <a:ext cx="7982377" cy="1140750"/>
        </a:xfrm>
        <a:prstGeom prst="roundRect">
          <a:avLst/>
        </a:prstGeom>
        <a:gradFill rotWithShape="0">
          <a:gsLst>
            <a:gs pos="0">
              <a:schemeClr val="accent2">
                <a:hueOff val="-2034338"/>
                <a:satOff val="-1242"/>
                <a:lumOff val="4853"/>
                <a:alphaOff val="0"/>
                <a:tint val="96000"/>
                <a:lumMod val="100000"/>
              </a:schemeClr>
            </a:gs>
            <a:gs pos="78000">
              <a:schemeClr val="accent2">
                <a:hueOff val="-2034338"/>
                <a:satOff val="-1242"/>
                <a:lumOff val="485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A New Vine (Ml 3:11), New Fruit (1 Kgs 4:25)</a:t>
          </a:r>
        </a:p>
      </dsp:txBody>
      <dsp:txXfrm>
        <a:off x="55687" y="3892542"/>
        <a:ext cx="7871003" cy="1029376"/>
      </dsp:txXfrm>
    </dsp:sp>
    <dsp:sp modelId="{B2B2CF77-3FE4-44E9-8416-DC3787AC346C}">
      <dsp:nvSpPr>
        <dsp:cNvPr id="0" name=""/>
        <dsp:cNvSpPr/>
      </dsp:nvSpPr>
      <dsp:spPr>
        <a:xfrm>
          <a:off x="0" y="5064005"/>
          <a:ext cx="7982377" cy="1140750"/>
        </a:xfrm>
        <a:prstGeom prst="roundRect">
          <a:avLst/>
        </a:prstGeom>
        <a:gradFill rotWithShape="0">
          <a:gsLst>
            <a:gs pos="0">
              <a:schemeClr val="accent2">
                <a:hueOff val="-2712450"/>
                <a:satOff val="-1656"/>
                <a:lumOff val="6471"/>
                <a:alphaOff val="0"/>
                <a:tint val="96000"/>
                <a:lumMod val="100000"/>
              </a:schemeClr>
            </a:gs>
            <a:gs pos="78000">
              <a:schemeClr val="accent2">
                <a:hueOff val="-2712450"/>
                <a:satOff val="-1656"/>
                <a:lumOff val="647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How does the Branch’s cleansing of iniquity prepare God’s people to bear fruit again?</a:t>
          </a:r>
        </a:p>
      </dsp:txBody>
      <dsp:txXfrm>
        <a:off x="55687" y="5119692"/>
        <a:ext cx="7871003" cy="10293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AE02B-C9EF-46FE-9482-A1F49BF09876}">
      <dsp:nvSpPr>
        <dsp:cNvPr id="0" name=""/>
        <dsp:cNvSpPr/>
      </dsp:nvSpPr>
      <dsp:spPr>
        <a:xfrm>
          <a:off x="0" y="49502"/>
          <a:ext cx="7676354" cy="1178775"/>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 change in the vine, not the vinedresser</a:t>
          </a:r>
        </a:p>
      </dsp:txBody>
      <dsp:txXfrm>
        <a:off x="57543" y="107045"/>
        <a:ext cx="7561268" cy="1063689"/>
      </dsp:txXfrm>
    </dsp:sp>
    <dsp:sp modelId="{C209B4A4-BBAC-4712-9E29-B28670E384CF}">
      <dsp:nvSpPr>
        <dsp:cNvPr id="0" name=""/>
        <dsp:cNvSpPr/>
      </dsp:nvSpPr>
      <dsp:spPr>
        <a:xfrm>
          <a:off x="0" y="1317557"/>
          <a:ext cx="7676354" cy="1178775"/>
        </a:xfrm>
        <a:prstGeom prst="roundRect">
          <a:avLst/>
        </a:prstGeom>
        <a:gradFill rotWithShape="0">
          <a:gsLst>
            <a:gs pos="0">
              <a:schemeClr val="accent2">
                <a:hueOff val="-678113"/>
                <a:satOff val="-414"/>
                <a:lumOff val="1618"/>
                <a:alphaOff val="0"/>
                <a:tint val="96000"/>
                <a:lumMod val="100000"/>
              </a:schemeClr>
            </a:gs>
            <a:gs pos="78000">
              <a:schemeClr val="accent2">
                <a:hueOff val="-678113"/>
                <a:satOff val="-414"/>
                <a:lumOff val="161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Fruit bearing branches are cultivated</a:t>
          </a:r>
        </a:p>
      </dsp:txBody>
      <dsp:txXfrm>
        <a:off x="57543" y="1375100"/>
        <a:ext cx="7561268" cy="1063689"/>
      </dsp:txXfrm>
    </dsp:sp>
    <dsp:sp modelId="{BFD583FF-6A1B-4B95-95C5-CF284115EE6C}">
      <dsp:nvSpPr>
        <dsp:cNvPr id="0" name=""/>
        <dsp:cNvSpPr/>
      </dsp:nvSpPr>
      <dsp:spPr>
        <a:xfrm>
          <a:off x="0" y="2585612"/>
          <a:ext cx="7676354" cy="1178775"/>
        </a:xfrm>
        <a:prstGeom prst="roundRect">
          <a:avLst/>
        </a:prstGeom>
        <a:gradFill rotWithShape="0">
          <a:gsLst>
            <a:gs pos="0">
              <a:schemeClr val="accent2">
                <a:hueOff val="-1356225"/>
                <a:satOff val="-828"/>
                <a:lumOff val="3235"/>
                <a:alphaOff val="0"/>
                <a:tint val="96000"/>
                <a:lumMod val="100000"/>
              </a:schemeClr>
            </a:gs>
            <a:gs pos="78000">
              <a:schemeClr val="accent2">
                <a:hueOff val="-1356225"/>
                <a:satOff val="-828"/>
                <a:lumOff val="32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What does it mean to abide?</a:t>
          </a:r>
        </a:p>
      </dsp:txBody>
      <dsp:txXfrm>
        <a:off x="57543" y="2643155"/>
        <a:ext cx="7561268" cy="1063689"/>
      </dsp:txXfrm>
    </dsp:sp>
    <dsp:sp modelId="{812E7874-B325-4F66-BAF3-97C672EC2584}">
      <dsp:nvSpPr>
        <dsp:cNvPr id="0" name=""/>
        <dsp:cNvSpPr/>
      </dsp:nvSpPr>
      <dsp:spPr>
        <a:xfrm>
          <a:off x="0" y="3853667"/>
          <a:ext cx="7676354" cy="1178775"/>
        </a:xfrm>
        <a:prstGeom prst="roundRect">
          <a:avLst/>
        </a:prstGeom>
        <a:gradFill rotWithShape="0">
          <a:gsLst>
            <a:gs pos="0">
              <a:schemeClr val="accent2">
                <a:hueOff val="-2034338"/>
                <a:satOff val="-1242"/>
                <a:lumOff val="4853"/>
                <a:alphaOff val="0"/>
                <a:tint val="96000"/>
                <a:lumMod val="100000"/>
              </a:schemeClr>
            </a:gs>
            <a:gs pos="78000">
              <a:schemeClr val="accent2">
                <a:hueOff val="-2034338"/>
                <a:satOff val="-1242"/>
                <a:lumOff val="485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Apart from Jesus we can do nothing</a:t>
          </a:r>
        </a:p>
      </dsp:txBody>
      <dsp:txXfrm>
        <a:off x="57543" y="3911210"/>
        <a:ext cx="7561268" cy="1063689"/>
      </dsp:txXfrm>
    </dsp:sp>
    <dsp:sp modelId="{203972E9-0D3B-4F05-9A1D-C58A66B86C43}">
      <dsp:nvSpPr>
        <dsp:cNvPr id="0" name=""/>
        <dsp:cNvSpPr/>
      </dsp:nvSpPr>
      <dsp:spPr>
        <a:xfrm>
          <a:off x="0" y="5121722"/>
          <a:ext cx="7676354" cy="1178775"/>
        </a:xfrm>
        <a:prstGeom prst="roundRect">
          <a:avLst/>
        </a:prstGeom>
        <a:gradFill rotWithShape="0">
          <a:gsLst>
            <a:gs pos="0">
              <a:schemeClr val="accent2">
                <a:hueOff val="-2712450"/>
                <a:satOff val="-1656"/>
                <a:lumOff val="6471"/>
                <a:alphaOff val="0"/>
                <a:tint val="96000"/>
                <a:lumMod val="100000"/>
              </a:schemeClr>
            </a:gs>
            <a:gs pos="78000">
              <a:schemeClr val="accent2">
                <a:hueOff val="-2712450"/>
                <a:satOff val="-1656"/>
                <a:lumOff val="647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Fruit is the visible evidence of Christ in us</a:t>
          </a:r>
        </a:p>
      </dsp:txBody>
      <dsp:txXfrm>
        <a:off x="57543" y="5179265"/>
        <a:ext cx="7561268" cy="10636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F416A-214E-404F-AD5A-1BF62BB89116}"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FEE7AB-F124-47AA-85EA-44F84A143D3C}" type="slidenum">
              <a:rPr lang="en-US" smtClean="0"/>
              <a:t>‹#›</a:t>
            </a:fld>
            <a:endParaRPr lang="en-US"/>
          </a:p>
        </p:txBody>
      </p:sp>
    </p:spTree>
    <p:extLst>
      <p:ext uri="{BB962C8B-B14F-4D97-AF65-F5344CB8AC3E}">
        <p14:creationId xmlns:p14="http://schemas.microsoft.com/office/powerpoint/2010/main" val="3124260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11:1, Ml 3:11, 1 Kgs 4:25</a:t>
            </a:r>
          </a:p>
          <a:p>
            <a:endParaRPr lang="en-US" dirty="0"/>
          </a:p>
          <a:p>
            <a:r>
              <a:rPr lang="en-US" dirty="0"/>
              <a:t>Zech starts with explaining the current state of Israel. How awful they have become, how far from God they have drifted. They have abandoned the Lord, and their hearts are far from Him. </a:t>
            </a:r>
          </a:p>
          <a:p>
            <a:r>
              <a:rPr lang="en-US" dirty="0"/>
              <a:t>Then a set of visions/prophecies are given to Zech. He speaks of a coming King, a promised priest. One who will cleanse Israel of their iniquity.</a:t>
            </a:r>
          </a:p>
        </p:txBody>
      </p:sp>
      <p:sp>
        <p:nvSpPr>
          <p:cNvPr id="4" name="Slide Number Placeholder 3"/>
          <p:cNvSpPr>
            <a:spLocks noGrp="1"/>
          </p:cNvSpPr>
          <p:nvPr>
            <p:ph type="sldNum" sz="quarter" idx="5"/>
          </p:nvPr>
        </p:nvSpPr>
        <p:spPr/>
        <p:txBody>
          <a:bodyPr/>
          <a:lstStyle/>
          <a:p>
            <a:fld id="{A2FEE7AB-F124-47AA-85EA-44F84A143D3C}" type="slidenum">
              <a:rPr lang="en-US" smtClean="0"/>
              <a:t>1</a:t>
            </a:fld>
            <a:endParaRPr lang="en-US"/>
          </a:p>
        </p:txBody>
      </p:sp>
    </p:spTree>
    <p:extLst>
      <p:ext uri="{BB962C8B-B14F-4D97-AF65-F5344CB8AC3E}">
        <p14:creationId xmlns:p14="http://schemas.microsoft.com/office/powerpoint/2010/main" val="768160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button</a:t>
            </a:r>
          </a:p>
          <a:p>
            <a:endParaRPr lang="en-US" dirty="0"/>
          </a:p>
          <a:p>
            <a:r>
              <a:rPr lang="en-US" dirty="0"/>
              <a:t>They are useless. They do not yield any good fruit. The vine is diseased, roots corrupted, return to its wild unmanaged state.</a:t>
            </a:r>
          </a:p>
        </p:txBody>
      </p:sp>
      <p:sp>
        <p:nvSpPr>
          <p:cNvPr id="4" name="Slide Number Placeholder 3"/>
          <p:cNvSpPr>
            <a:spLocks noGrp="1"/>
          </p:cNvSpPr>
          <p:nvPr>
            <p:ph type="sldNum" sz="quarter" idx="5"/>
          </p:nvPr>
        </p:nvSpPr>
        <p:spPr/>
        <p:txBody>
          <a:bodyPr/>
          <a:lstStyle/>
          <a:p>
            <a:fld id="{A2FEE7AB-F124-47AA-85EA-44F84A143D3C}" type="slidenum">
              <a:rPr lang="en-US" smtClean="0"/>
              <a:t>3</a:t>
            </a:fld>
            <a:endParaRPr lang="en-US"/>
          </a:p>
        </p:txBody>
      </p:sp>
    </p:spTree>
    <p:extLst>
      <p:ext uri="{BB962C8B-B14F-4D97-AF65-F5344CB8AC3E}">
        <p14:creationId xmlns:p14="http://schemas.microsoft.com/office/powerpoint/2010/main" val="1764831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Abiding is not trying harder.</a:t>
            </a:r>
          </a:p>
          <a:p>
            <a:r>
              <a:rPr lang="en-US" dirty="0"/>
              <a:t>Abiding is not doing enough.</a:t>
            </a:r>
          </a:p>
          <a:p>
            <a:r>
              <a:rPr lang="en-US" dirty="0"/>
              <a:t>Abiding is not religious performance.</a:t>
            </a:r>
          </a:p>
          <a:p>
            <a:r>
              <a:rPr lang="en-US" dirty="0"/>
              <a:t>Abiding is not occasional connection.</a:t>
            </a:r>
          </a:p>
          <a:p>
            <a:r>
              <a:rPr lang="en-US" dirty="0"/>
              <a:t>Abiding is not rule keeping.</a:t>
            </a:r>
          </a:p>
          <a:p>
            <a:endParaRPr lang="en-US" dirty="0"/>
          </a:p>
          <a:p>
            <a:r>
              <a:rPr lang="en-US" dirty="0"/>
              <a:t>Abiding is relational attachment to Jesus.</a:t>
            </a:r>
          </a:p>
          <a:p>
            <a:r>
              <a:rPr lang="en-US" dirty="0"/>
              <a:t>Abiding is Life through Jesus.</a:t>
            </a:r>
          </a:p>
          <a:p>
            <a:r>
              <a:rPr lang="en-US" dirty="0"/>
              <a:t>Abiding is remaining in His Word.</a:t>
            </a:r>
          </a:p>
          <a:p>
            <a:r>
              <a:rPr lang="en-US" dirty="0"/>
              <a:t>Abiding is resting is Jesus’ Love.</a:t>
            </a:r>
          </a:p>
          <a:p>
            <a:r>
              <a:rPr lang="en-US" dirty="0"/>
              <a:t>Abiding is responding with obedience.</a:t>
            </a:r>
          </a:p>
          <a:p>
            <a:endParaRPr lang="en-US" dirty="0"/>
          </a:p>
          <a:p>
            <a:r>
              <a:rPr lang="en-US" dirty="0"/>
              <a:t>Jesus has cultivated the vineyard of our life. What fruit are we producing?</a:t>
            </a:r>
          </a:p>
        </p:txBody>
      </p:sp>
      <p:sp>
        <p:nvSpPr>
          <p:cNvPr id="4" name="Slide Number Placeholder 3"/>
          <p:cNvSpPr>
            <a:spLocks noGrp="1"/>
          </p:cNvSpPr>
          <p:nvPr>
            <p:ph type="sldNum" sz="quarter" idx="5"/>
          </p:nvPr>
        </p:nvSpPr>
        <p:spPr/>
        <p:txBody>
          <a:bodyPr/>
          <a:lstStyle/>
          <a:p>
            <a:fld id="{A2FEE7AB-F124-47AA-85EA-44F84A143D3C}" type="slidenum">
              <a:rPr lang="en-US" smtClean="0"/>
              <a:t>5</a:t>
            </a:fld>
            <a:endParaRPr lang="en-US"/>
          </a:p>
        </p:txBody>
      </p:sp>
    </p:spTree>
    <p:extLst>
      <p:ext uri="{BB962C8B-B14F-4D97-AF65-F5344CB8AC3E}">
        <p14:creationId xmlns:p14="http://schemas.microsoft.com/office/powerpoint/2010/main" val="1107309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624905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244187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49663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B151B6-AC67-475C-A2E7-57C5D004DB52}"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2959860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B151B6-AC67-475C-A2E7-57C5D004DB52}"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14689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B151B6-AC67-475C-A2E7-57C5D004DB52}" type="datetimeFigureOut">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461027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B151B6-AC67-475C-A2E7-57C5D004DB52}" type="datetimeFigureOut">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706472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B151B6-AC67-475C-A2E7-57C5D004DB52}"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2521161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622EC-91B0-4223-B3F2-31A32DCEF1FB}" type="slidenum">
              <a:rPr lang="en-US" smtClean="0"/>
              <a:t>‹#›</a:t>
            </a:fld>
            <a:endParaRPr lang="en-US"/>
          </a:p>
        </p:txBody>
      </p:sp>
      <p:sp>
        <p:nvSpPr>
          <p:cNvPr id="5" name="Date Placeholder 4"/>
          <p:cNvSpPr>
            <a:spLocks noGrp="1"/>
          </p:cNvSpPr>
          <p:nvPr>
            <p:ph type="dt" sz="half" idx="10"/>
          </p:nvPr>
        </p:nvSpPr>
        <p:spPr/>
        <p:txBody>
          <a:bodyPr/>
          <a:lstStyle/>
          <a:p>
            <a:fld id="{3AB151B6-AC67-475C-A2E7-57C5D004DB52}" type="datetimeFigureOut">
              <a:rPr lang="en-US" smtClean="0"/>
              <a:t>4/12/2026</a:t>
            </a:fld>
            <a:endParaRPr lang="en-US"/>
          </a:p>
        </p:txBody>
      </p:sp>
    </p:spTree>
    <p:extLst>
      <p:ext uri="{BB962C8B-B14F-4D97-AF65-F5344CB8AC3E}">
        <p14:creationId xmlns:p14="http://schemas.microsoft.com/office/powerpoint/2010/main" val="1091879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285172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5041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974235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47134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2213678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751558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61069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AB151B6-AC67-475C-A2E7-57C5D004DB52}" type="datetimeFigureOut">
              <a:rPr lang="en-US" smtClean="0"/>
              <a:t>4/12/2026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F7622EC-91B0-4223-B3F2-31A32DCEF1FB}" type="slidenum">
              <a:rPr lang="en-US" smtClean="0"/>
              <a:t>‹#›</a:t>
            </a:fld>
            <a:endParaRPr lang="en-US"/>
          </a:p>
        </p:txBody>
      </p:sp>
    </p:spTree>
    <p:extLst>
      <p:ext uri="{BB962C8B-B14F-4D97-AF65-F5344CB8AC3E}">
        <p14:creationId xmlns:p14="http://schemas.microsoft.com/office/powerpoint/2010/main" val="151986866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ropped image of a person touching a plant">
            <a:extLst>
              <a:ext uri="{FF2B5EF4-FFF2-40B4-BE49-F238E27FC236}">
                <a16:creationId xmlns:a16="http://schemas.microsoft.com/office/drawing/2014/main" id="{624B2AC2-058D-660B-22D6-56DF1D7A55FB}"/>
              </a:ext>
            </a:extLst>
          </p:cNvPr>
          <p:cNvPicPr>
            <a:picLocks noChangeAspect="1"/>
          </p:cNvPicPr>
          <p:nvPr/>
        </p:nvPicPr>
        <p:blipFill>
          <a:blip r:embed="rId3"/>
          <a:srcRect l="17190" r="9846" b="5374"/>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4B1AE860-8A95-9EF0-D894-C2986C4F467B}"/>
              </a:ext>
            </a:extLst>
          </p:cNvPr>
          <p:cNvSpPr>
            <a:spLocks noGrp="1"/>
          </p:cNvSpPr>
          <p:nvPr>
            <p:ph type="ctrTitle"/>
          </p:nvPr>
        </p:nvSpPr>
        <p:spPr>
          <a:xfrm>
            <a:off x="285962" y="1678666"/>
            <a:ext cx="4763557" cy="2369093"/>
          </a:xfrm>
        </p:spPr>
        <p:txBody>
          <a:bodyPr>
            <a:normAutofit/>
          </a:bodyPr>
          <a:lstStyle/>
          <a:p>
            <a:r>
              <a:rPr lang="en-US" sz="6000" dirty="0"/>
              <a:t>A Man Called Branch</a:t>
            </a:r>
          </a:p>
        </p:txBody>
      </p:sp>
      <p:sp>
        <p:nvSpPr>
          <p:cNvPr id="3" name="Subtitle 2">
            <a:extLst>
              <a:ext uri="{FF2B5EF4-FFF2-40B4-BE49-F238E27FC236}">
                <a16:creationId xmlns:a16="http://schemas.microsoft.com/office/drawing/2014/main" id="{DDBDBF1A-DEDF-4CB1-0605-D0FBB23C73F5}"/>
              </a:ext>
            </a:extLst>
          </p:cNvPr>
          <p:cNvSpPr>
            <a:spLocks noGrp="1"/>
          </p:cNvSpPr>
          <p:nvPr>
            <p:ph type="subTitle" idx="1"/>
          </p:nvPr>
        </p:nvSpPr>
        <p:spPr>
          <a:xfrm>
            <a:off x="0" y="4050831"/>
            <a:ext cx="5049519" cy="1801329"/>
          </a:xfrm>
        </p:spPr>
        <p:txBody>
          <a:bodyPr>
            <a:normAutofit/>
          </a:bodyPr>
          <a:lstStyle/>
          <a:p>
            <a:r>
              <a:rPr lang="en-US" sz="2400" dirty="0">
                <a:solidFill>
                  <a:sysClr val="windowText" lastClr="000000"/>
                </a:solidFill>
              </a:rPr>
              <a:t>From wild grapes to abiding fruit</a:t>
            </a:r>
          </a:p>
          <a:p>
            <a:r>
              <a:rPr lang="en-US" sz="2400" dirty="0">
                <a:solidFill>
                  <a:sysClr val="windowText" lastClr="000000"/>
                </a:solidFill>
              </a:rPr>
              <a:t>Focus: Zechariah 3:1-10</a:t>
            </a:r>
          </a:p>
        </p:txBody>
      </p:sp>
      <p:cxnSp>
        <p:nvCxnSpPr>
          <p:cNvPr id="30" name="Straight Connector 29">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7018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18A6-A03A-F627-4A21-6F7E8CF799D5}"/>
              </a:ext>
            </a:extLst>
          </p:cNvPr>
          <p:cNvSpPr>
            <a:spLocks noGrp="1"/>
          </p:cNvSpPr>
          <p:nvPr>
            <p:ph type="title"/>
          </p:nvPr>
        </p:nvSpPr>
        <p:spPr/>
        <p:txBody>
          <a:bodyPr>
            <a:normAutofit/>
          </a:bodyPr>
          <a:lstStyle/>
          <a:p>
            <a:r>
              <a:rPr lang="en-US" sz="5400" dirty="0"/>
              <a:t>The Fruitless Vine</a:t>
            </a:r>
          </a:p>
        </p:txBody>
      </p:sp>
      <p:sp>
        <p:nvSpPr>
          <p:cNvPr id="3" name="Content Placeholder 2">
            <a:extLst>
              <a:ext uri="{FF2B5EF4-FFF2-40B4-BE49-F238E27FC236}">
                <a16:creationId xmlns:a16="http://schemas.microsoft.com/office/drawing/2014/main" id="{09459841-7B45-7786-668F-3ADBC34ED2EA}"/>
              </a:ext>
            </a:extLst>
          </p:cNvPr>
          <p:cNvSpPr>
            <a:spLocks noGrp="1"/>
          </p:cNvSpPr>
          <p:nvPr>
            <p:ph sz="half" idx="1"/>
          </p:nvPr>
        </p:nvSpPr>
        <p:spPr>
          <a:xfrm>
            <a:off x="138470" y="1597162"/>
            <a:ext cx="4951498" cy="3880772"/>
          </a:xfrm>
        </p:spPr>
        <p:txBody>
          <a:bodyPr>
            <a:normAutofit/>
          </a:bodyPr>
          <a:lstStyle/>
          <a:p>
            <a:r>
              <a:rPr lang="en-US" sz="2600" dirty="0"/>
              <a:t>God is the vinedresser</a:t>
            </a:r>
          </a:p>
          <a:p>
            <a:pPr lvl="1"/>
            <a:r>
              <a:rPr lang="en-US" sz="2600" dirty="0"/>
              <a:t>He loved the vineyard</a:t>
            </a:r>
          </a:p>
          <a:p>
            <a:pPr lvl="1"/>
            <a:r>
              <a:rPr lang="en-US" sz="2600" dirty="0"/>
              <a:t>He cultivated the vineyard</a:t>
            </a:r>
          </a:p>
          <a:p>
            <a:pPr lvl="1"/>
            <a:r>
              <a:rPr lang="en-US" sz="2600" dirty="0"/>
              <a:t>He protected the vineyard</a:t>
            </a:r>
          </a:p>
          <a:p>
            <a:pPr lvl="1"/>
            <a:r>
              <a:rPr lang="en-US" sz="2600" dirty="0"/>
              <a:t>And He expected good fruit from the vineyard</a:t>
            </a:r>
          </a:p>
        </p:txBody>
      </p:sp>
      <p:sp>
        <p:nvSpPr>
          <p:cNvPr id="5" name="Content Placeholder 4">
            <a:extLst>
              <a:ext uri="{FF2B5EF4-FFF2-40B4-BE49-F238E27FC236}">
                <a16:creationId xmlns:a16="http://schemas.microsoft.com/office/drawing/2014/main" id="{49CEFA76-DEB7-9EAA-9966-EE190E6D1263}"/>
              </a:ext>
            </a:extLst>
          </p:cNvPr>
          <p:cNvSpPr>
            <a:spLocks noGrp="1"/>
          </p:cNvSpPr>
          <p:nvPr>
            <p:ph sz="half" idx="2"/>
          </p:nvPr>
        </p:nvSpPr>
        <p:spPr>
          <a:xfrm>
            <a:off x="5089968" y="1597161"/>
            <a:ext cx="4621296" cy="3880773"/>
          </a:xfrm>
        </p:spPr>
        <p:txBody>
          <a:bodyPr>
            <a:noAutofit/>
          </a:bodyPr>
          <a:lstStyle/>
          <a:p>
            <a:r>
              <a:rPr lang="en-US" sz="2600" dirty="0"/>
              <a:t>Israel is the vineyard</a:t>
            </a:r>
          </a:p>
          <a:p>
            <a:pPr lvl="1"/>
            <a:r>
              <a:rPr lang="en-US" sz="2600" dirty="0"/>
              <a:t>Remove its hedge</a:t>
            </a:r>
          </a:p>
          <a:p>
            <a:pPr lvl="1"/>
            <a:r>
              <a:rPr lang="en-US" sz="2600" dirty="0"/>
              <a:t>Break down the wall</a:t>
            </a:r>
          </a:p>
          <a:p>
            <a:pPr lvl="1"/>
            <a:r>
              <a:rPr lang="en-US" sz="2600" dirty="0"/>
              <a:t>Let it be trampled down</a:t>
            </a:r>
          </a:p>
          <a:p>
            <a:pPr lvl="1"/>
            <a:r>
              <a:rPr lang="en-US" sz="2600" dirty="0"/>
              <a:t>Stop the pruning</a:t>
            </a:r>
          </a:p>
          <a:p>
            <a:pPr lvl="1"/>
            <a:r>
              <a:rPr lang="en-US" sz="2600" dirty="0"/>
              <a:t>Thorns will grow</a:t>
            </a:r>
          </a:p>
          <a:p>
            <a:pPr lvl="1"/>
            <a:r>
              <a:rPr lang="en-US" sz="2600" dirty="0"/>
              <a:t>Withold the rain</a:t>
            </a:r>
          </a:p>
          <a:p>
            <a:endParaRPr lang="en-US" sz="2600" dirty="0"/>
          </a:p>
        </p:txBody>
      </p:sp>
      <p:sp>
        <p:nvSpPr>
          <p:cNvPr id="4" name="Rectangle 3">
            <a:extLst>
              <a:ext uri="{FF2B5EF4-FFF2-40B4-BE49-F238E27FC236}">
                <a16:creationId xmlns:a16="http://schemas.microsoft.com/office/drawing/2014/main" id="{7709A682-873A-C7C1-897D-07EB3685C0FA}"/>
              </a:ext>
            </a:extLst>
          </p:cNvPr>
          <p:cNvSpPr/>
          <p:nvPr/>
        </p:nvSpPr>
        <p:spPr>
          <a:xfrm>
            <a:off x="0" y="6176963"/>
            <a:ext cx="1964267" cy="681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ISAIAH 5:1-7</a:t>
            </a:r>
          </a:p>
        </p:txBody>
      </p:sp>
      <p:sp>
        <p:nvSpPr>
          <p:cNvPr id="9" name="TextBox 8">
            <a:extLst>
              <a:ext uri="{FF2B5EF4-FFF2-40B4-BE49-F238E27FC236}">
                <a16:creationId xmlns:a16="http://schemas.microsoft.com/office/drawing/2014/main" id="{26A165DB-3F94-0D32-D418-797CA3B47D02}"/>
              </a:ext>
            </a:extLst>
          </p:cNvPr>
          <p:cNvSpPr txBox="1"/>
          <p:nvPr/>
        </p:nvSpPr>
        <p:spPr>
          <a:xfrm>
            <a:off x="2614219" y="5477934"/>
            <a:ext cx="5832046" cy="830997"/>
          </a:xfrm>
          <a:prstGeom prst="rect">
            <a:avLst/>
          </a:prstGeom>
          <a:noFill/>
        </p:spPr>
        <p:txBody>
          <a:bodyPr wrap="none" rtlCol="0">
            <a:spAutoFit/>
          </a:bodyPr>
          <a:lstStyle/>
          <a:p>
            <a:r>
              <a:rPr lang="en-US" sz="2400" dirty="0"/>
              <a:t>If the vineyard’s vines produce no fruit, </a:t>
            </a:r>
          </a:p>
          <a:p>
            <a:r>
              <a:rPr lang="en-US" sz="2400" dirty="0"/>
              <a:t>	the vinedresser lets the vineyard die.</a:t>
            </a:r>
          </a:p>
        </p:txBody>
      </p:sp>
    </p:spTree>
    <p:extLst>
      <p:ext uri="{BB962C8B-B14F-4D97-AF65-F5344CB8AC3E}">
        <p14:creationId xmlns:p14="http://schemas.microsoft.com/office/powerpoint/2010/main" val="73529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9068" y="-8467"/>
            <a:ext cx="4766733" cy="6866467"/>
            <a:chOff x="7425267" y="-8467"/>
            <a:chExt cx="4766733" cy="6866467"/>
          </a:xfrm>
        </p:grpSpPr>
        <p:cxnSp>
          <p:nvCxnSpPr>
            <p:cNvPr id="21" name="Straight Connector 20">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4">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10" name="Title 9">
            <a:extLst>
              <a:ext uri="{FF2B5EF4-FFF2-40B4-BE49-F238E27FC236}">
                <a16:creationId xmlns:a16="http://schemas.microsoft.com/office/drawing/2014/main" id="{8AB35E4A-C764-CB6F-1EF1-6E7FF6A244B9}"/>
              </a:ext>
            </a:extLst>
          </p:cNvPr>
          <p:cNvSpPr>
            <a:spLocks noGrp="1"/>
          </p:cNvSpPr>
          <p:nvPr>
            <p:ph type="title"/>
          </p:nvPr>
        </p:nvSpPr>
        <p:spPr>
          <a:xfrm>
            <a:off x="142367" y="1382486"/>
            <a:ext cx="3761611" cy="4093028"/>
          </a:xfrm>
        </p:spPr>
        <p:txBody>
          <a:bodyPr anchor="ctr">
            <a:normAutofit/>
          </a:bodyPr>
          <a:lstStyle/>
          <a:p>
            <a:r>
              <a:rPr lang="en-US" sz="4400" dirty="0">
                <a:solidFill>
                  <a:schemeClr val="accent1">
                    <a:lumMod val="75000"/>
                  </a:schemeClr>
                </a:solidFill>
              </a:rPr>
              <a:t>What’s wrong with wild grapes?</a:t>
            </a:r>
          </a:p>
        </p:txBody>
      </p:sp>
      <p:sp>
        <p:nvSpPr>
          <p:cNvPr id="31" name="Rectangle 30">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2625" y="0"/>
            <a:ext cx="64493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11">
            <a:extLst>
              <a:ext uri="{FF2B5EF4-FFF2-40B4-BE49-F238E27FC236}">
                <a16:creationId xmlns:a16="http://schemas.microsoft.com/office/drawing/2014/main" id="{00815630-0CC3-B99F-3031-8C0D9ADE9FF7}"/>
              </a:ext>
            </a:extLst>
          </p:cNvPr>
          <p:cNvGraphicFramePr>
            <a:graphicFrameLocks noGrp="1"/>
          </p:cNvGraphicFramePr>
          <p:nvPr>
            <p:ph idx="1"/>
            <p:extLst>
              <p:ext uri="{D42A27DB-BD31-4B8C-83A1-F6EECF244321}">
                <p14:modId xmlns:p14="http://schemas.microsoft.com/office/powerpoint/2010/main" val="2986571035"/>
              </p:ext>
            </p:extLst>
          </p:nvPr>
        </p:nvGraphicFramePr>
        <p:xfrm>
          <a:off x="4046344" y="346019"/>
          <a:ext cx="8003290" cy="616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Rectangle 15">
            <a:extLst>
              <a:ext uri="{FF2B5EF4-FFF2-40B4-BE49-F238E27FC236}">
                <a16:creationId xmlns:a16="http://schemas.microsoft.com/office/drawing/2014/main" id="{503BA454-B10F-E620-78EC-D913D43CE9A1}"/>
              </a:ext>
            </a:extLst>
          </p:cNvPr>
          <p:cNvSpPr/>
          <p:nvPr/>
        </p:nvSpPr>
        <p:spPr>
          <a:xfrm>
            <a:off x="0" y="6176963"/>
            <a:ext cx="1964267" cy="681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ISAIAH 11:1</a:t>
            </a:r>
          </a:p>
        </p:txBody>
      </p:sp>
    </p:spTree>
    <p:extLst>
      <p:ext uri="{BB962C8B-B14F-4D97-AF65-F5344CB8AC3E}">
        <p14:creationId xmlns:p14="http://schemas.microsoft.com/office/powerpoint/2010/main" val="1106886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9068" y="-8467"/>
            <a:ext cx="4766733" cy="6866467"/>
            <a:chOff x="7425267" y="-8467"/>
            <a:chExt cx="4766733" cy="6866467"/>
          </a:xfrm>
        </p:grpSpPr>
        <p:cxnSp>
          <p:nvCxnSpPr>
            <p:cNvPr id="13" name="Straight Connector 12">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EE447BDB-D1E9-96F3-0B88-04C8F4E2EB6C}"/>
              </a:ext>
            </a:extLst>
          </p:cNvPr>
          <p:cNvSpPr>
            <a:spLocks noGrp="1"/>
          </p:cNvSpPr>
          <p:nvPr>
            <p:ph type="title"/>
          </p:nvPr>
        </p:nvSpPr>
        <p:spPr>
          <a:xfrm>
            <a:off x="253314" y="1378252"/>
            <a:ext cx="3547581" cy="4093028"/>
          </a:xfrm>
        </p:spPr>
        <p:txBody>
          <a:bodyPr anchor="ctr">
            <a:normAutofit/>
          </a:bodyPr>
          <a:lstStyle/>
          <a:p>
            <a:r>
              <a:rPr lang="en-US" sz="4400" dirty="0">
                <a:solidFill>
                  <a:schemeClr val="accent1">
                    <a:lumMod val="75000"/>
                  </a:schemeClr>
                </a:solidFill>
              </a:rPr>
              <a:t>Filthy Garments to a Faithful Branch</a:t>
            </a:r>
          </a:p>
        </p:txBody>
      </p:sp>
      <p:sp>
        <p:nvSpPr>
          <p:cNvPr id="23" name="Rectangle 22">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2625" y="0"/>
            <a:ext cx="64493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0A4062B-B6B6-2926-1F2E-CFF70A31EDCB}"/>
              </a:ext>
            </a:extLst>
          </p:cNvPr>
          <p:cNvSpPr/>
          <p:nvPr/>
        </p:nvSpPr>
        <p:spPr>
          <a:xfrm>
            <a:off x="0" y="6176963"/>
            <a:ext cx="1964267" cy="681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400" dirty="0"/>
              <a:t>ZECH 3:1-10</a:t>
            </a:r>
            <a:endParaRPr lang="en-US" sz="2400"/>
          </a:p>
        </p:txBody>
      </p:sp>
      <p:graphicFrame>
        <p:nvGraphicFramePr>
          <p:cNvPr id="6" name="Content Placeholder 2">
            <a:extLst>
              <a:ext uri="{FF2B5EF4-FFF2-40B4-BE49-F238E27FC236}">
                <a16:creationId xmlns:a16="http://schemas.microsoft.com/office/drawing/2014/main" id="{F5069222-D329-03FC-F1D2-D8691661AE4D}"/>
              </a:ext>
            </a:extLst>
          </p:cNvPr>
          <p:cNvGraphicFramePr>
            <a:graphicFrameLocks noGrp="1"/>
          </p:cNvGraphicFramePr>
          <p:nvPr>
            <p:ph idx="1"/>
            <p:extLst>
              <p:ext uri="{D42A27DB-BD31-4B8C-83A1-F6EECF244321}">
                <p14:modId xmlns:p14="http://schemas.microsoft.com/office/powerpoint/2010/main" val="2262172840"/>
              </p:ext>
            </p:extLst>
          </p:nvPr>
        </p:nvGraphicFramePr>
        <p:xfrm>
          <a:off x="4047062" y="233680"/>
          <a:ext cx="7982377" cy="6360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233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9068" y="-8467"/>
            <a:ext cx="4766733" cy="6866467"/>
            <a:chOff x="7425267" y="-8467"/>
            <a:chExt cx="4766733" cy="6866467"/>
          </a:xfrm>
        </p:grpSpPr>
        <p:cxnSp>
          <p:nvCxnSpPr>
            <p:cNvPr id="12" name="Straight Connector 11">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8F81D84-FF92-E42A-5D61-043822598A63}"/>
              </a:ext>
            </a:extLst>
          </p:cNvPr>
          <p:cNvSpPr>
            <a:spLocks noGrp="1"/>
          </p:cNvSpPr>
          <p:nvPr>
            <p:ph type="title"/>
          </p:nvPr>
        </p:nvSpPr>
        <p:spPr>
          <a:xfrm>
            <a:off x="157861" y="1378252"/>
            <a:ext cx="3547581" cy="4093028"/>
          </a:xfrm>
        </p:spPr>
        <p:txBody>
          <a:bodyPr anchor="ctr">
            <a:normAutofit/>
          </a:bodyPr>
          <a:lstStyle/>
          <a:p>
            <a:r>
              <a:rPr lang="en-US" sz="4400" dirty="0">
                <a:solidFill>
                  <a:schemeClr val="accent1">
                    <a:lumMod val="75000"/>
                  </a:schemeClr>
                </a:solidFill>
              </a:rPr>
              <a:t>The True Vine Leads to Abiding Fruit</a:t>
            </a:r>
          </a:p>
        </p:txBody>
      </p:sp>
      <p:sp>
        <p:nvSpPr>
          <p:cNvPr id="22" name="Rectangle 21">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2625" y="0"/>
            <a:ext cx="64493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C17A68D-5833-57FD-E6DC-C3BCACD503D3}"/>
              </a:ext>
            </a:extLst>
          </p:cNvPr>
          <p:cNvGraphicFramePr>
            <a:graphicFrameLocks noGrp="1"/>
          </p:cNvGraphicFramePr>
          <p:nvPr>
            <p:ph idx="1"/>
            <p:extLst>
              <p:ext uri="{D42A27DB-BD31-4B8C-83A1-F6EECF244321}">
                <p14:modId xmlns:p14="http://schemas.microsoft.com/office/powerpoint/2010/main" val="3348594327"/>
              </p:ext>
            </p:extLst>
          </p:nvPr>
        </p:nvGraphicFramePr>
        <p:xfrm>
          <a:off x="4353086" y="142240"/>
          <a:ext cx="7676354" cy="635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9E36EFDB-6005-9E31-1D39-6659E1883FB6}"/>
              </a:ext>
            </a:extLst>
          </p:cNvPr>
          <p:cNvSpPr/>
          <p:nvPr/>
        </p:nvSpPr>
        <p:spPr>
          <a:xfrm>
            <a:off x="0" y="6176963"/>
            <a:ext cx="1964267" cy="681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400" dirty="0"/>
              <a:t>JOHN 15:1-8</a:t>
            </a:r>
          </a:p>
        </p:txBody>
      </p:sp>
    </p:spTree>
    <p:extLst>
      <p:ext uri="{BB962C8B-B14F-4D97-AF65-F5344CB8AC3E}">
        <p14:creationId xmlns:p14="http://schemas.microsoft.com/office/powerpoint/2010/main" val="1237571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rapes on a tree">
            <a:extLst>
              <a:ext uri="{FF2B5EF4-FFF2-40B4-BE49-F238E27FC236}">
                <a16:creationId xmlns:a16="http://schemas.microsoft.com/office/drawing/2014/main" id="{451DECD7-1B8C-8696-C28B-404B6434B2A5}"/>
              </a:ext>
            </a:extLst>
          </p:cNvPr>
          <p:cNvPicPr>
            <a:picLocks noChangeAspect="1"/>
          </p:cNvPicPr>
          <p:nvPr/>
        </p:nvPicPr>
        <p:blipFill>
          <a:blip r:embed="rId2"/>
          <a:srcRect l="21777" r="1115"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8F728068-D58E-F956-9FA5-68B0DA148CF2}"/>
              </a:ext>
            </a:extLst>
          </p:cNvPr>
          <p:cNvSpPr>
            <a:spLocks noGrp="1"/>
          </p:cNvSpPr>
          <p:nvPr>
            <p:ph type="title"/>
          </p:nvPr>
        </p:nvSpPr>
        <p:spPr>
          <a:xfrm>
            <a:off x="677333" y="609600"/>
            <a:ext cx="3851123" cy="734351"/>
          </a:xfrm>
        </p:spPr>
        <p:txBody>
          <a:bodyPr>
            <a:normAutofit/>
          </a:bodyPr>
          <a:lstStyle/>
          <a:p>
            <a:r>
              <a:rPr lang="en-US" dirty="0"/>
              <a:t>Table Talk</a:t>
            </a:r>
          </a:p>
        </p:txBody>
      </p:sp>
      <p:sp>
        <p:nvSpPr>
          <p:cNvPr id="3" name="Content Placeholder 2">
            <a:extLst>
              <a:ext uri="{FF2B5EF4-FFF2-40B4-BE49-F238E27FC236}">
                <a16:creationId xmlns:a16="http://schemas.microsoft.com/office/drawing/2014/main" id="{524E029C-A805-3242-B077-4944156F0D99}"/>
              </a:ext>
            </a:extLst>
          </p:cNvPr>
          <p:cNvSpPr>
            <a:spLocks noGrp="1"/>
          </p:cNvSpPr>
          <p:nvPr>
            <p:ph idx="1"/>
          </p:nvPr>
        </p:nvSpPr>
        <p:spPr>
          <a:xfrm>
            <a:off x="355600" y="1343951"/>
            <a:ext cx="4683760" cy="4697411"/>
          </a:xfrm>
        </p:spPr>
        <p:txBody>
          <a:bodyPr>
            <a:normAutofit/>
          </a:bodyPr>
          <a:lstStyle/>
          <a:p>
            <a:r>
              <a:rPr lang="en-US" sz="2800" dirty="0"/>
              <a:t>What changes in your life when you see yourself not as someone trying to produce fruit, but as a branch receiving life from the Vine?</a:t>
            </a:r>
          </a:p>
          <a:p>
            <a:endParaRPr lang="en-US" sz="2800" dirty="0"/>
          </a:p>
          <a:p>
            <a:r>
              <a:rPr lang="en-US" sz="2800" dirty="0"/>
              <a:t>Or simply, what does abiding look like for you this week?</a:t>
            </a:r>
          </a:p>
        </p:txBody>
      </p:sp>
      <p:cxnSp>
        <p:nvCxnSpPr>
          <p:cNvPr id="30" name="Straight Connector 2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663535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7344</TotalTime>
  <Words>491</Words>
  <Application>Microsoft Office PowerPoint</Application>
  <PresentationFormat>Widescreen</PresentationFormat>
  <Paragraphs>67</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Trebuchet MS</vt:lpstr>
      <vt:lpstr>Wingdings 3</vt:lpstr>
      <vt:lpstr>Facet</vt:lpstr>
      <vt:lpstr>A Man Called Branch</vt:lpstr>
      <vt:lpstr>The Fruitless Vine</vt:lpstr>
      <vt:lpstr>What’s wrong with wild grapes?</vt:lpstr>
      <vt:lpstr>Filthy Garments to a Faithful Branch</vt:lpstr>
      <vt:lpstr>The True Vine Leads to Abiding Fruit</vt:lpstr>
      <vt:lpstr>Table Talk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Harrison</dc:creator>
  <cp:lastModifiedBy>James Harrison</cp:lastModifiedBy>
  <cp:revision>11</cp:revision>
  <dcterms:created xsi:type="dcterms:W3CDTF">2026-04-07T00:26:52Z</dcterms:created>
  <dcterms:modified xsi:type="dcterms:W3CDTF">2026-04-12T14:59:49Z</dcterms:modified>
</cp:coreProperties>
</file>