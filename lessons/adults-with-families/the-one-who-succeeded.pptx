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264" r:id="rId3"/>
    <p:sldId id="257" r:id="rId4"/>
    <p:sldId id="261" r:id="rId5"/>
    <p:sldId id="259" r:id="rId6"/>
    <p:sldId id="262" r:id="rId7"/>
    <p:sldId id="260" r:id="rId8"/>
    <p:sldId id="263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746" autoAdjust="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F416A-214E-404F-AD5A-1BF62BB8911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EE7AB-F124-47AA-85EA-44F84A143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6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Duet. 8:3, Duet. 6:16, Duet. 6:13 –for people to read</a:t>
            </a:r>
          </a:p>
          <a:p>
            <a:r>
              <a:rPr lang="en-US" dirty="0"/>
              <a:t>Genesis 2:16-17</a:t>
            </a:r>
          </a:p>
          <a:p>
            <a:r>
              <a:rPr lang="en-US" dirty="0"/>
              <a:t>Duet. 8:2</a:t>
            </a:r>
          </a:p>
          <a:p>
            <a:r>
              <a:rPr lang="en-US" dirty="0"/>
              <a:t>Read focus scripture before proceeding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0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starting read, Genesis 2:16-17 and Deut. 8:2</a:t>
            </a:r>
          </a:p>
          <a:p>
            <a:r>
              <a:rPr lang="en-US" dirty="0"/>
              <a:t>Reference Deut. 8:3</a:t>
            </a:r>
          </a:p>
          <a:p>
            <a:endParaRPr lang="en-US" dirty="0"/>
          </a:p>
          <a:p>
            <a:r>
              <a:rPr lang="en-US" dirty="0"/>
              <a:t>Summary</a:t>
            </a:r>
          </a:p>
          <a:p>
            <a:r>
              <a:rPr lang="en-US" dirty="0"/>
              <a:t>Adam failed in abundance</a:t>
            </a:r>
          </a:p>
          <a:p>
            <a:r>
              <a:rPr lang="en-US" dirty="0"/>
              <a:t>Israel failed in hunger</a:t>
            </a:r>
          </a:p>
          <a:p>
            <a:r>
              <a:rPr lang="en-US" dirty="0"/>
              <a:t>Jesus succeeded in starvation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76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Deut. 6:16</a:t>
            </a:r>
          </a:p>
          <a:p>
            <a:endParaRPr lang="en-US" dirty="0"/>
          </a:p>
          <a:p>
            <a:r>
              <a:rPr lang="en-US" dirty="0"/>
              <a:t>Summary</a:t>
            </a:r>
          </a:p>
          <a:p>
            <a:r>
              <a:rPr lang="en-US" dirty="0"/>
              <a:t>Adam distrusted God’s goodness</a:t>
            </a:r>
          </a:p>
          <a:p>
            <a:r>
              <a:rPr lang="en-US" dirty="0"/>
              <a:t>Israel demanded proof of God’s presence</a:t>
            </a:r>
          </a:p>
          <a:p>
            <a:r>
              <a:rPr lang="en-US" dirty="0"/>
              <a:t>Jesus trusted without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37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Reference Deut. 6:13</a:t>
            </a:r>
          </a:p>
          <a:p>
            <a:endParaRPr lang="en-US" dirty="0"/>
          </a:p>
          <a:p>
            <a:r>
              <a:rPr lang="en-US" dirty="0"/>
              <a:t>Summary</a:t>
            </a:r>
          </a:p>
          <a:p>
            <a:r>
              <a:rPr lang="en-US" dirty="0"/>
              <a:t>Adam grasped for rule</a:t>
            </a:r>
          </a:p>
          <a:p>
            <a:r>
              <a:rPr lang="en-US" dirty="0"/>
              <a:t>Israel compromised for influence</a:t>
            </a:r>
          </a:p>
          <a:p>
            <a:r>
              <a:rPr lang="en-US" dirty="0"/>
              <a:t>Jesus chose obedience before glory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75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0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8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3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6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9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2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6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7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2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5041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35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7134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8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58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151B6-AC67-475C-A2E7-57C5D004DB5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6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DBDBF1A-DEDF-4CB1-0605-D0FBB23C7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When Adam Fell and Israel Fell, Jesus Stood</a:t>
            </a:r>
          </a:p>
          <a:p>
            <a:r>
              <a:rPr lang="en-US">
                <a:solidFill>
                  <a:schemeClr val="tx1"/>
                </a:solidFill>
              </a:rPr>
              <a:t>Focus: Matthew 4:1-11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AE860-8A95-9EF0-D894-C2986C4F4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en-US"/>
              <a:t>The One Who Succeeded</a:t>
            </a:r>
          </a:p>
        </p:txBody>
      </p:sp>
    </p:spTree>
    <p:extLst>
      <p:ext uri="{BB962C8B-B14F-4D97-AF65-F5344CB8AC3E}">
        <p14:creationId xmlns:p14="http://schemas.microsoft.com/office/powerpoint/2010/main" val="3870183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5672-483B-5154-FF20-1AF1B687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C38E-D70F-361E-96FC-50B3AE93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1040"/>
          </a:xfrm>
        </p:spPr>
        <p:txBody>
          <a:bodyPr/>
          <a:lstStyle/>
          <a:p>
            <a:r>
              <a:rPr lang="en-US" dirty="0"/>
              <a:t>Something to think about…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4FB4-1F29-D036-A827-AA6376E7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941922"/>
            <a:ext cx="9568207" cy="43064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Where do you feel like the Spirit has led you into a hard place—and what do you fear won’t be there when you need it?</a:t>
            </a:r>
          </a:p>
        </p:txBody>
      </p:sp>
    </p:spTree>
    <p:extLst>
      <p:ext uri="{BB962C8B-B14F-4D97-AF65-F5344CB8AC3E}">
        <p14:creationId xmlns:p14="http://schemas.microsoft.com/office/powerpoint/2010/main" val="20381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E90AA-80AC-5E72-1DB1-DD9DAC0C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Provision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2DBBF-DC05-188C-1CBC-5E8F226D8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975362"/>
            <a:ext cx="11612880" cy="58826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Adam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Eat from the tree of the knowledge of good and evil; take what God withheld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Failed in a garden of abundance by grasping for provision on his own terms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Surrounded by every tree “good for food,” lacking nothing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Israel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Trust God for manna in the wilderness; believe His word over their hunger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Failed in the wilderness by complaining, accusing God of abandonment, and demanding bread their way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Hunger, barrenness, no visible provision; a deliberate test to teach dependence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Jesus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Turn stones into bread; use Sonship for self-provision instead of trusting the father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Succeeded in extreme deprivation by trusting the Father’s word when starving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Forty days of fasting, alone, surrounded by stones that looked like bread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5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F36D-C24A-68FB-DB6B-F2D6D783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1040"/>
          </a:xfrm>
        </p:spPr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0FA7A-5370-8913-4C86-AA4EC1E8E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2557"/>
            <a:ext cx="8596668" cy="4438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Why is it often harder to trust God when we have plenty—and why does lack sometimes expose what we really believe?</a:t>
            </a:r>
          </a:p>
        </p:txBody>
      </p:sp>
    </p:spTree>
    <p:extLst>
      <p:ext uri="{BB962C8B-B14F-4D97-AF65-F5344CB8AC3E}">
        <p14:creationId xmlns:p14="http://schemas.microsoft.com/office/powerpoint/2010/main" val="178302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E8AB0-2AEC-2E0D-69E5-2095F127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AC05DAD-C309-ECD0-B4F2-CB452B2E9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09BD4-9B59-2F82-39A7-DEAC6BED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Protection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99BCDFD-8ACF-1568-EE90-6BBADD2DD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6C59F-056B-EBC1-B889-2EE1CEDB7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975362"/>
            <a:ext cx="11612880" cy="58826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Adam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Trust God’s boundaries for safety and life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Failed by reaching for wisdom and security apart from God’s command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A safe, protected garden where nothing threatened him; yet he still distrusted God’s goodness.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Israel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Trust God’s presence and protection without demanding proof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Failed by testing God; they demanded signs instead of trusting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A wilderness where God had shown protection from the plagues, the Red Sea and the pillar of cloud and fire.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Jesus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Throw Himself from the Temple pinnacle to force the Father to prove His protection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Succeeded by refusing to test God and trusting the Father’s care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The highest, most public point of the Temple, a dramatic rescue would have instantly validated His identity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F2CF890-DE80-CB2C-44BE-5F8AC2DF4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27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69DA-6997-50EB-8878-E2810FFC5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4D48-28F1-5119-0E1A-D940BF3D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1040"/>
          </a:xfrm>
        </p:spPr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4BBD-3AF8-DB1A-9662-107245AEA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2557"/>
            <a:ext cx="8596668" cy="4438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Where are we tempted to ask God to “prove Himself” instead of trusting what He’s already said?</a:t>
            </a:r>
          </a:p>
        </p:txBody>
      </p:sp>
    </p:spTree>
    <p:extLst>
      <p:ext uri="{BB962C8B-B14F-4D97-AF65-F5344CB8AC3E}">
        <p14:creationId xmlns:p14="http://schemas.microsoft.com/office/powerpoint/2010/main" val="110645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E0448-DD48-C8E0-CCF6-78B4D9FB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7D3CD5-1D6D-0389-64A3-4B09A1EEB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4346D-BFDD-E0CE-BBE4-F1464470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342" y="304800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/>
              <a:t>Power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BDEC82F-92AA-B70B-AB57-15AE3C1CD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E5BA1-FB0D-1062-A40B-31B71652B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975362"/>
            <a:ext cx="11612880" cy="58826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Adam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Receive godlike rule; “You will be like God.” without obedience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Failed by grasping for power on his own terms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A garden where he already had delegated dominion, yet he reached for more.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Israel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Remain loyal to God alone while surrounded by other nations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Failed by bowing to idols, forming compromising alliances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The Promised Land, a constant pull toward political and spiritual compromise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Jesus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Test – Receive all the kingdoms of the world without the cross, a shortcut to glory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Outcome – Succeeded by worshiping God alone and choosing obedience over an easy out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Environment – A high mountain vision of global authority, the very thing he came to claim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EB62742-6A67-891B-FB12-6F3CAA576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27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ED1F-9729-2741-B04F-A18A4032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8E80-9C22-EBC9-FF92-E35B0E838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1040"/>
          </a:xfrm>
        </p:spPr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778E3-3A69-C1D4-7CE4-CBBAD4B86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2557"/>
            <a:ext cx="8596668" cy="4438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When do we feel the pull to take shortcuts—to get ahead, to be seen, or to gain control—instead of trusting God’s timing?</a:t>
            </a:r>
          </a:p>
        </p:txBody>
      </p:sp>
    </p:spTree>
    <p:extLst>
      <p:ext uri="{BB962C8B-B14F-4D97-AF65-F5344CB8AC3E}">
        <p14:creationId xmlns:p14="http://schemas.microsoft.com/office/powerpoint/2010/main" val="257576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B592-13A8-7567-C57F-65F95CF3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713"/>
          </a:xfrm>
        </p:spPr>
        <p:txBody>
          <a:bodyPr/>
          <a:lstStyle/>
          <a:p>
            <a:r>
              <a:rPr lang="en-US" dirty="0"/>
              <a:t>Verse 1 and Verse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3757F-803D-1EF0-8B2B-0F2E3F4B9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6313"/>
            <a:ext cx="8596668" cy="4665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“Then Jesus was led up by the Spirit into the wilderness to be tempted by the devil.”</a:t>
            </a:r>
          </a:p>
          <a:p>
            <a:pPr marL="0" indent="0">
              <a:buNone/>
            </a:pPr>
            <a:r>
              <a:rPr lang="en-US" sz="4400" dirty="0"/>
              <a:t>“Then the devil left him, and angels came and began to serve him.”</a:t>
            </a:r>
          </a:p>
        </p:txBody>
      </p:sp>
    </p:spTree>
    <p:extLst>
      <p:ext uri="{BB962C8B-B14F-4D97-AF65-F5344CB8AC3E}">
        <p14:creationId xmlns:p14="http://schemas.microsoft.com/office/powerpoint/2010/main" val="423897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787E5-F21C-9033-E81B-E8C1614E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FA49-DCEF-EE7D-E4EC-273732EE0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1040"/>
          </a:xfrm>
        </p:spPr>
        <p:txBody>
          <a:bodyPr/>
          <a:lstStyle/>
          <a:p>
            <a:r>
              <a:rPr lang="en-US" dirty="0"/>
              <a:t>Now back to this…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A9E09-F451-440F-90FE-DCC7C9693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941922"/>
            <a:ext cx="9568207" cy="43064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Where do you feel like the Spirit has led you into a hard place—and what do you fear won’t be there when you need it?</a:t>
            </a:r>
          </a:p>
        </p:txBody>
      </p:sp>
    </p:spTree>
    <p:extLst>
      <p:ext uri="{BB962C8B-B14F-4D97-AF65-F5344CB8AC3E}">
        <p14:creationId xmlns:p14="http://schemas.microsoft.com/office/powerpoint/2010/main" val="348400390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7417</TotalTime>
  <Words>741</Words>
  <Application>Microsoft Office PowerPoint</Application>
  <PresentationFormat>Widescreen</PresentationFormat>
  <Paragraphs>82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Trebuchet MS</vt:lpstr>
      <vt:lpstr>Wingdings 3</vt:lpstr>
      <vt:lpstr>Facet</vt:lpstr>
      <vt:lpstr>The One Who Succeeded</vt:lpstr>
      <vt:lpstr>Something to think about…</vt:lpstr>
      <vt:lpstr>Provision</vt:lpstr>
      <vt:lpstr>Discussion</vt:lpstr>
      <vt:lpstr>Protection</vt:lpstr>
      <vt:lpstr>Discussion</vt:lpstr>
      <vt:lpstr>Power</vt:lpstr>
      <vt:lpstr>Discussion</vt:lpstr>
      <vt:lpstr>Verse 1 and Verse 11</vt:lpstr>
      <vt:lpstr>Now back to this…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Harrison</dc:creator>
  <cp:lastModifiedBy>James Harrison</cp:lastModifiedBy>
  <cp:revision>17</cp:revision>
  <dcterms:created xsi:type="dcterms:W3CDTF">2026-04-07T00:26:52Z</dcterms:created>
  <dcterms:modified xsi:type="dcterms:W3CDTF">2026-05-10T12:51:28Z</dcterms:modified>
</cp:coreProperties>
</file>